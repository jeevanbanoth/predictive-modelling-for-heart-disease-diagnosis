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4"/>
  </p:sldMasterIdLst>
  <p:notesMasterIdLst>
    <p:notesMasterId r:id="rId12"/>
  </p:notesMasterIdLst>
  <p:sldIdLst>
    <p:sldId id="283" r:id="rId5"/>
    <p:sldId id="298" r:id="rId6"/>
    <p:sldId id="285" r:id="rId7"/>
    <p:sldId id="294" r:id="rId8"/>
    <p:sldId id="291" r:id="rId9"/>
    <p:sldId id="289" r:id="rId10"/>
    <p:sldId id="288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03A2F"/>
    <a:srgbClr val="474134"/>
    <a:srgbClr val="554D3D"/>
    <a:srgbClr val="595515"/>
    <a:srgbClr val="5A532C"/>
    <a:srgbClr val="5B542C"/>
    <a:srgbClr val="59522B"/>
    <a:srgbClr val="5D562D"/>
    <a:srgbClr val="655D31"/>
    <a:srgbClr val="6B6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B944FE1-A6FB-F7D0-2074-BA8E03D31B69}" v="329" dt="2024-08-10T20:52:45.734"/>
  </p1510:revLst>
</p1510:revInfo>
</file>

<file path=ppt/tableStyles.xml><?xml version="1.0" encoding="utf-8"?>
<a:tblStyleLst xmlns:a="http://schemas.openxmlformats.org/drawingml/2006/main" def="{5C22544A-7EE6-4342-B048-85BDC9FD1C3A}"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927"/>
    <p:restoredTop sz="94879" autoAdjust="0"/>
  </p:normalViewPr>
  <p:slideViewPr>
    <p:cSldViewPr snapToGrid="0" showGuides="1">
      <p:cViewPr>
        <p:scale>
          <a:sx n="100" d="100"/>
          <a:sy n="100" d="100"/>
        </p:scale>
        <p:origin x="72" y="-1200"/>
      </p:cViewPr>
      <p:guideLst>
        <p:guide orient="horz" pos="2184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18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sv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svg"/><Relationship Id="rId4" Type="http://schemas.openxmlformats.org/officeDocument/2006/relationships/image" Target="../media/image9.svg"/><Relationship Id="rId9" Type="http://schemas.openxmlformats.org/officeDocument/2006/relationships/image" Target="../media/image14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sv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svg"/><Relationship Id="rId4" Type="http://schemas.openxmlformats.org/officeDocument/2006/relationships/image" Target="../media/image9.svg"/><Relationship Id="rId9" Type="http://schemas.openxmlformats.org/officeDocument/2006/relationships/image" Target="../media/image14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390F925-C988-4BC3-A72C-69D2002FDFBB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28EC934C-6B0A-4567-8D6A-B6259F727B35}">
      <dgm:prSet/>
      <dgm:spPr/>
      <dgm:t>
        <a:bodyPr/>
        <a:lstStyle/>
        <a:p>
          <a:r>
            <a:rPr lang="en-US" b="1"/>
            <a:t>Challenges:</a:t>
          </a:r>
          <a:endParaRPr lang="en-US"/>
        </a:p>
      </dgm:t>
    </dgm:pt>
    <dgm:pt modelId="{60B3595B-1CE4-480C-9081-F3077D30007B}" type="parTrans" cxnId="{29079705-E0DA-41CB-8811-41051AD77DFB}">
      <dgm:prSet/>
      <dgm:spPr/>
      <dgm:t>
        <a:bodyPr/>
        <a:lstStyle/>
        <a:p>
          <a:endParaRPr lang="en-US"/>
        </a:p>
      </dgm:t>
    </dgm:pt>
    <dgm:pt modelId="{CD44D596-0DEE-41EE-9C78-259B322D2A78}" type="sibTrans" cxnId="{29079705-E0DA-41CB-8811-41051AD77DFB}">
      <dgm:prSet/>
      <dgm:spPr/>
      <dgm:t>
        <a:bodyPr/>
        <a:lstStyle/>
        <a:p>
          <a:endParaRPr lang="en-US"/>
        </a:p>
      </dgm:t>
    </dgm:pt>
    <dgm:pt modelId="{9CDBBC13-BEE9-4A33-AB32-CAD8210802F5}">
      <dgm:prSet/>
      <dgm:spPr/>
      <dgm:t>
        <a:bodyPr/>
        <a:lstStyle/>
        <a:p>
          <a:r>
            <a:rPr lang="en-US"/>
            <a:t>Limited permissions in AWS Academy account (alternative solutions used)</a:t>
          </a:r>
        </a:p>
      </dgm:t>
    </dgm:pt>
    <dgm:pt modelId="{C9A759B4-6478-4AA9-AC5D-556CAE60F1EF}" type="parTrans" cxnId="{9E0BA231-9BBF-4E04-B038-62BCBC68411B}">
      <dgm:prSet/>
      <dgm:spPr/>
      <dgm:t>
        <a:bodyPr/>
        <a:lstStyle/>
        <a:p>
          <a:endParaRPr lang="en-US"/>
        </a:p>
      </dgm:t>
    </dgm:pt>
    <dgm:pt modelId="{11974802-F667-43F6-AF6E-0F958ACFEF45}" type="sibTrans" cxnId="{9E0BA231-9BBF-4E04-B038-62BCBC68411B}">
      <dgm:prSet/>
      <dgm:spPr/>
      <dgm:t>
        <a:bodyPr/>
        <a:lstStyle/>
        <a:p>
          <a:endParaRPr lang="en-US"/>
        </a:p>
      </dgm:t>
    </dgm:pt>
    <dgm:pt modelId="{40BFDFD9-F1E8-4907-9CE7-85FEB45C3ACA}">
      <dgm:prSet/>
      <dgm:spPr/>
      <dgm:t>
        <a:bodyPr/>
        <a:lstStyle/>
        <a:p>
          <a:r>
            <a:rPr lang="en-US"/>
            <a:t>Data privacy considerations</a:t>
          </a:r>
        </a:p>
      </dgm:t>
    </dgm:pt>
    <dgm:pt modelId="{59A5E396-9DE7-4710-AAD8-9A4110196DF1}" type="parTrans" cxnId="{0F1051C5-369C-4756-9E86-C2A6C1CB0A26}">
      <dgm:prSet/>
      <dgm:spPr/>
      <dgm:t>
        <a:bodyPr/>
        <a:lstStyle/>
        <a:p>
          <a:endParaRPr lang="en-US"/>
        </a:p>
      </dgm:t>
    </dgm:pt>
    <dgm:pt modelId="{D51B6F27-763B-46BE-AB28-5EE079A0EF31}" type="sibTrans" cxnId="{0F1051C5-369C-4756-9E86-C2A6C1CB0A26}">
      <dgm:prSet/>
      <dgm:spPr/>
      <dgm:t>
        <a:bodyPr/>
        <a:lstStyle/>
        <a:p>
          <a:endParaRPr lang="en-US"/>
        </a:p>
      </dgm:t>
    </dgm:pt>
    <dgm:pt modelId="{D079279F-9D3F-4D35-A168-3DAE46724D32}">
      <dgm:prSet/>
      <dgm:spPr/>
      <dgm:t>
        <a:bodyPr/>
        <a:lstStyle/>
        <a:p>
          <a:r>
            <a:rPr lang="en-US" b="1"/>
            <a:t>Learnings:</a:t>
          </a:r>
          <a:endParaRPr lang="en-US"/>
        </a:p>
      </dgm:t>
    </dgm:pt>
    <dgm:pt modelId="{FEE10BF3-290C-470F-9808-AD27AA073AD6}" type="parTrans" cxnId="{CAE3ADF2-1816-4E27-9D3A-9220DF056410}">
      <dgm:prSet/>
      <dgm:spPr/>
      <dgm:t>
        <a:bodyPr/>
        <a:lstStyle/>
        <a:p>
          <a:endParaRPr lang="en-US"/>
        </a:p>
      </dgm:t>
    </dgm:pt>
    <dgm:pt modelId="{B9E31B3C-CCF7-4369-835B-D378C1A797D9}" type="sibTrans" cxnId="{CAE3ADF2-1816-4E27-9D3A-9220DF056410}">
      <dgm:prSet/>
      <dgm:spPr/>
      <dgm:t>
        <a:bodyPr/>
        <a:lstStyle/>
        <a:p>
          <a:endParaRPr lang="en-US"/>
        </a:p>
      </dgm:t>
    </dgm:pt>
    <dgm:pt modelId="{E24D64BF-3617-4119-8F92-E4DACF93F2F8}">
      <dgm:prSet/>
      <dgm:spPr/>
      <dgm:t>
        <a:bodyPr/>
        <a:lstStyle/>
        <a:p>
          <a:r>
            <a:rPr lang="en-US"/>
            <a:t>Hands-on experience with AWS services and big data tools</a:t>
          </a:r>
        </a:p>
      </dgm:t>
    </dgm:pt>
    <dgm:pt modelId="{AFF3D57D-99E9-45F5-8EA7-C76F16CDCF94}" type="parTrans" cxnId="{30ABEB0D-AE09-46E3-A13F-F86393081FA9}">
      <dgm:prSet/>
      <dgm:spPr/>
      <dgm:t>
        <a:bodyPr/>
        <a:lstStyle/>
        <a:p>
          <a:endParaRPr lang="en-US"/>
        </a:p>
      </dgm:t>
    </dgm:pt>
    <dgm:pt modelId="{864CB3CC-662F-4B8C-A0CA-E08254AE4DE0}" type="sibTrans" cxnId="{30ABEB0D-AE09-46E3-A13F-F86393081FA9}">
      <dgm:prSet/>
      <dgm:spPr/>
      <dgm:t>
        <a:bodyPr/>
        <a:lstStyle/>
        <a:p>
          <a:endParaRPr lang="en-US"/>
        </a:p>
      </dgm:t>
    </dgm:pt>
    <dgm:pt modelId="{29D26730-FA98-46A9-AE79-DD4E86183DC4}">
      <dgm:prSet/>
      <dgm:spPr/>
      <dgm:t>
        <a:bodyPr/>
        <a:lstStyle/>
        <a:p>
          <a:r>
            <a:rPr lang="en-US"/>
            <a:t>Practical application of NLP techniques for sentiment analysis</a:t>
          </a:r>
        </a:p>
      </dgm:t>
    </dgm:pt>
    <dgm:pt modelId="{2D3AE783-A9A6-4A80-8AEA-F179A5357C76}" type="parTrans" cxnId="{148061B9-853B-4D93-B489-B3B82C213E6C}">
      <dgm:prSet/>
      <dgm:spPr/>
      <dgm:t>
        <a:bodyPr/>
        <a:lstStyle/>
        <a:p>
          <a:endParaRPr lang="en-US"/>
        </a:p>
      </dgm:t>
    </dgm:pt>
    <dgm:pt modelId="{EDB07D3B-EF32-4CCC-A2A4-020B553269FD}" type="sibTrans" cxnId="{148061B9-853B-4D93-B489-B3B82C213E6C}">
      <dgm:prSet/>
      <dgm:spPr/>
      <dgm:t>
        <a:bodyPr/>
        <a:lstStyle/>
        <a:p>
          <a:endParaRPr lang="en-US"/>
        </a:p>
      </dgm:t>
    </dgm:pt>
    <dgm:pt modelId="{52B46EB7-1D1E-48EC-BCA9-7700FA0B2E67}" type="pres">
      <dgm:prSet presAssocID="{E390F925-C988-4BC3-A72C-69D2002FDFBB}" presName="root" presStyleCnt="0">
        <dgm:presLayoutVars>
          <dgm:dir/>
          <dgm:resizeHandles val="exact"/>
        </dgm:presLayoutVars>
      </dgm:prSet>
      <dgm:spPr/>
    </dgm:pt>
    <dgm:pt modelId="{7D61AD10-0636-42F9-9D88-E302853A503A}" type="pres">
      <dgm:prSet presAssocID="{28EC934C-6B0A-4567-8D6A-B6259F727B35}" presName="compNode" presStyleCnt="0"/>
      <dgm:spPr/>
    </dgm:pt>
    <dgm:pt modelId="{A828AF0D-8169-476F-AD68-0ECE358F02EF}" type="pres">
      <dgm:prSet presAssocID="{28EC934C-6B0A-4567-8D6A-B6259F727B35}" presName="bgRect" presStyleLbl="bgShp" presStyleIdx="0" presStyleCnt="6"/>
      <dgm:spPr/>
    </dgm:pt>
    <dgm:pt modelId="{E33CFB97-B6ED-4084-913B-D82242AD6B89}" type="pres">
      <dgm:prSet presAssocID="{28EC934C-6B0A-4567-8D6A-B6259F727B35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uzzle"/>
        </a:ext>
      </dgm:extLst>
    </dgm:pt>
    <dgm:pt modelId="{F8FA4671-9B76-4F25-AA0F-FE525350BFD4}" type="pres">
      <dgm:prSet presAssocID="{28EC934C-6B0A-4567-8D6A-B6259F727B35}" presName="spaceRect" presStyleCnt="0"/>
      <dgm:spPr/>
    </dgm:pt>
    <dgm:pt modelId="{0D507CBB-E850-4431-93BB-D6BEF0045D6D}" type="pres">
      <dgm:prSet presAssocID="{28EC934C-6B0A-4567-8D6A-B6259F727B35}" presName="parTx" presStyleLbl="revTx" presStyleIdx="0" presStyleCnt="6">
        <dgm:presLayoutVars>
          <dgm:chMax val="0"/>
          <dgm:chPref val="0"/>
        </dgm:presLayoutVars>
      </dgm:prSet>
      <dgm:spPr/>
    </dgm:pt>
    <dgm:pt modelId="{9C6178F6-F134-4F9B-9308-0E0C0F38D737}" type="pres">
      <dgm:prSet presAssocID="{CD44D596-0DEE-41EE-9C78-259B322D2A78}" presName="sibTrans" presStyleCnt="0"/>
      <dgm:spPr/>
    </dgm:pt>
    <dgm:pt modelId="{DF1F5B0D-11D5-4AB8-8A45-F82A3B46B7A9}" type="pres">
      <dgm:prSet presAssocID="{9CDBBC13-BEE9-4A33-AB32-CAD8210802F5}" presName="compNode" presStyleCnt="0"/>
      <dgm:spPr/>
    </dgm:pt>
    <dgm:pt modelId="{756ECBD5-81F6-4C52-9AD9-E1EEF5B4AE52}" type="pres">
      <dgm:prSet presAssocID="{9CDBBC13-BEE9-4A33-AB32-CAD8210802F5}" presName="bgRect" presStyleLbl="bgShp" presStyleIdx="1" presStyleCnt="6"/>
      <dgm:spPr/>
    </dgm:pt>
    <dgm:pt modelId="{5E80DC8D-3E4B-4982-9879-C1BFEF4AD51C}" type="pres">
      <dgm:prSet presAssocID="{9CDBBC13-BEE9-4A33-AB32-CAD8210802F5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49A74530-FDA0-4A9D-A182-6A8E88BCD630}" type="pres">
      <dgm:prSet presAssocID="{9CDBBC13-BEE9-4A33-AB32-CAD8210802F5}" presName="spaceRect" presStyleCnt="0"/>
      <dgm:spPr/>
    </dgm:pt>
    <dgm:pt modelId="{C3F8D936-6D70-4304-A90B-CAD3E90898EE}" type="pres">
      <dgm:prSet presAssocID="{9CDBBC13-BEE9-4A33-AB32-CAD8210802F5}" presName="parTx" presStyleLbl="revTx" presStyleIdx="1" presStyleCnt="6">
        <dgm:presLayoutVars>
          <dgm:chMax val="0"/>
          <dgm:chPref val="0"/>
        </dgm:presLayoutVars>
      </dgm:prSet>
      <dgm:spPr/>
    </dgm:pt>
    <dgm:pt modelId="{DBCCF1EF-37C8-404E-9C67-F12644C41F4C}" type="pres">
      <dgm:prSet presAssocID="{11974802-F667-43F6-AF6E-0F958ACFEF45}" presName="sibTrans" presStyleCnt="0"/>
      <dgm:spPr/>
    </dgm:pt>
    <dgm:pt modelId="{180CEA76-2A27-47D5-BAD4-69065A0FD18D}" type="pres">
      <dgm:prSet presAssocID="{40BFDFD9-F1E8-4907-9CE7-85FEB45C3ACA}" presName="compNode" presStyleCnt="0"/>
      <dgm:spPr/>
    </dgm:pt>
    <dgm:pt modelId="{7E45B171-E056-494E-B49A-5993DBFB975B}" type="pres">
      <dgm:prSet presAssocID="{40BFDFD9-F1E8-4907-9CE7-85FEB45C3ACA}" presName="bgRect" presStyleLbl="bgShp" presStyleIdx="2" presStyleCnt="6"/>
      <dgm:spPr/>
    </dgm:pt>
    <dgm:pt modelId="{E15936DA-0813-488B-9CC3-C0D9714C88DD}" type="pres">
      <dgm:prSet presAssocID="{40BFDFD9-F1E8-4907-9CE7-85FEB45C3ACA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79E79115-680C-497D-84AB-4BFEA3EA4551}" type="pres">
      <dgm:prSet presAssocID="{40BFDFD9-F1E8-4907-9CE7-85FEB45C3ACA}" presName="spaceRect" presStyleCnt="0"/>
      <dgm:spPr/>
    </dgm:pt>
    <dgm:pt modelId="{51EF0757-D6EA-4785-86B7-8F2F97330A52}" type="pres">
      <dgm:prSet presAssocID="{40BFDFD9-F1E8-4907-9CE7-85FEB45C3ACA}" presName="parTx" presStyleLbl="revTx" presStyleIdx="2" presStyleCnt="6">
        <dgm:presLayoutVars>
          <dgm:chMax val="0"/>
          <dgm:chPref val="0"/>
        </dgm:presLayoutVars>
      </dgm:prSet>
      <dgm:spPr/>
    </dgm:pt>
    <dgm:pt modelId="{687D87DF-9E65-4218-8421-CB4A246DE483}" type="pres">
      <dgm:prSet presAssocID="{D51B6F27-763B-46BE-AB28-5EE079A0EF31}" presName="sibTrans" presStyleCnt="0"/>
      <dgm:spPr/>
    </dgm:pt>
    <dgm:pt modelId="{D380E65A-2D11-41DF-98D7-61D74311737E}" type="pres">
      <dgm:prSet presAssocID="{D079279F-9D3F-4D35-A168-3DAE46724D32}" presName="compNode" presStyleCnt="0"/>
      <dgm:spPr/>
    </dgm:pt>
    <dgm:pt modelId="{F5416D15-C9D1-48E1-B517-98B938C08524}" type="pres">
      <dgm:prSet presAssocID="{D079279F-9D3F-4D35-A168-3DAE46724D32}" presName="bgRect" presStyleLbl="bgShp" presStyleIdx="3" presStyleCnt="6"/>
      <dgm:spPr/>
    </dgm:pt>
    <dgm:pt modelId="{E0638400-CD9E-4F05-B771-251859696C54}" type="pres">
      <dgm:prSet presAssocID="{D079279F-9D3F-4D35-A168-3DAE46724D32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assroom"/>
        </a:ext>
      </dgm:extLst>
    </dgm:pt>
    <dgm:pt modelId="{D1ADE81C-65CB-4687-BC26-2CBE9DCABF30}" type="pres">
      <dgm:prSet presAssocID="{D079279F-9D3F-4D35-A168-3DAE46724D32}" presName="spaceRect" presStyleCnt="0"/>
      <dgm:spPr/>
    </dgm:pt>
    <dgm:pt modelId="{16A2A47C-DCC5-4C2D-B7D6-DC176137AC09}" type="pres">
      <dgm:prSet presAssocID="{D079279F-9D3F-4D35-A168-3DAE46724D32}" presName="parTx" presStyleLbl="revTx" presStyleIdx="3" presStyleCnt="6">
        <dgm:presLayoutVars>
          <dgm:chMax val="0"/>
          <dgm:chPref val="0"/>
        </dgm:presLayoutVars>
      </dgm:prSet>
      <dgm:spPr/>
    </dgm:pt>
    <dgm:pt modelId="{1C486006-5235-4400-9867-186459AA1A50}" type="pres">
      <dgm:prSet presAssocID="{B9E31B3C-CCF7-4369-835B-D378C1A797D9}" presName="sibTrans" presStyleCnt="0"/>
      <dgm:spPr/>
    </dgm:pt>
    <dgm:pt modelId="{EEDA6E3C-43B9-43DB-8C2A-D7E60568C23D}" type="pres">
      <dgm:prSet presAssocID="{E24D64BF-3617-4119-8F92-E4DACF93F2F8}" presName="compNode" presStyleCnt="0"/>
      <dgm:spPr/>
    </dgm:pt>
    <dgm:pt modelId="{DE99BFF9-D496-4988-BDDD-969446400348}" type="pres">
      <dgm:prSet presAssocID="{E24D64BF-3617-4119-8F92-E4DACF93F2F8}" presName="bgRect" presStyleLbl="bgShp" presStyleIdx="4" presStyleCnt="6"/>
      <dgm:spPr/>
    </dgm:pt>
    <dgm:pt modelId="{F8EA9CE2-D609-469B-98E2-6B06338D3228}" type="pres">
      <dgm:prSet presAssocID="{E24D64BF-3617-4119-8F92-E4DACF93F2F8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"/>
        </a:ext>
      </dgm:extLst>
    </dgm:pt>
    <dgm:pt modelId="{D8619ADC-DAEB-411E-B1F6-856E21D5C6A7}" type="pres">
      <dgm:prSet presAssocID="{E24D64BF-3617-4119-8F92-E4DACF93F2F8}" presName="spaceRect" presStyleCnt="0"/>
      <dgm:spPr/>
    </dgm:pt>
    <dgm:pt modelId="{1E4AB233-D689-47DA-B674-CC15E39C4A70}" type="pres">
      <dgm:prSet presAssocID="{E24D64BF-3617-4119-8F92-E4DACF93F2F8}" presName="parTx" presStyleLbl="revTx" presStyleIdx="4" presStyleCnt="6">
        <dgm:presLayoutVars>
          <dgm:chMax val="0"/>
          <dgm:chPref val="0"/>
        </dgm:presLayoutVars>
      </dgm:prSet>
      <dgm:spPr/>
    </dgm:pt>
    <dgm:pt modelId="{E069770E-4693-4ACD-83AA-445F8962AEC2}" type="pres">
      <dgm:prSet presAssocID="{864CB3CC-662F-4B8C-A0CA-E08254AE4DE0}" presName="sibTrans" presStyleCnt="0"/>
      <dgm:spPr/>
    </dgm:pt>
    <dgm:pt modelId="{D28FA420-330F-4124-BCB3-CFA097242CA2}" type="pres">
      <dgm:prSet presAssocID="{29D26730-FA98-46A9-AE79-DD4E86183DC4}" presName="compNode" presStyleCnt="0"/>
      <dgm:spPr/>
    </dgm:pt>
    <dgm:pt modelId="{BA12F893-C613-4C4A-8C8C-3CBB785B07A2}" type="pres">
      <dgm:prSet presAssocID="{29D26730-FA98-46A9-AE79-DD4E86183DC4}" presName="bgRect" presStyleLbl="bgShp" presStyleIdx="5" presStyleCnt="6"/>
      <dgm:spPr/>
    </dgm:pt>
    <dgm:pt modelId="{E73CE288-7130-43F9-92F2-DAD4C8B4090E}" type="pres">
      <dgm:prSet presAssocID="{29D26730-FA98-46A9-AE79-DD4E86183DC4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EBD961FF-7B7A-4F85-977A-ED30E662A3DB}" type="pres">
      <dgm:prSet presAssocID="{29D26730-FA98-46A9-AE79-DD4E86183DC4}" presName="spaceRect" presStyleCnt="0"/>
      <dgm:spPr/>
    </dgm:pt>
    <dgm:pt modelId="{443D57BD-4A62-42F6-B752-CC0DFE117D63}" type="pres">
      <dgm:prSet presAssocID="{29D26730-FA98-46A9-AE79-DD4E86183DC4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29079705-E0DA-41CB-8811-41051AD77DFB}" srcId="{E390F925-C988-4BC3-A72C-69D2002FDFBB}" destId="{28EC934C-6B0A-4567-8D6A-B6259F727B35}" srcOrd="0" destOrd="0" parTransId="{60B3595B-1CE4-480C-9081-F3077D30007B}" sibTransId="{CD44D596-0DEE-41EE-9C78-259B322D2A78}"/>
    <dgm:cxn modelId="{6D30B007-F7CC-4C2B-AAD1-ACAD4BA41D8E}" type="presOf" srcId="{9CDBBC13-BEE9-4A33-AB32-CAD8210802F5}" destId="{C3F8D936-6D70-4304-A90B-CAD3E90898EE}" srcOrd="0" destOrd="0" presId="urn:microsoft.com/office/officeart/2018/2/layout/IconVerticalSolidList"/>
    <dgm:cxn modelId="{30ABEB0D-AE09-46E3-A13F-F86393081FA9}" srcId="{E390F925-C988-4BC3-A72C-69D2002FDFBB}" destId="{E24D64BF-3617-4119-8F92-E4DACF93F2F8}" srcOrd="4" destOrd="0" parTransId="{AFF3D57D-99E9-45F5-8EA7-C76F16CDCF94}" sibTransId="{864CB3CC-662F-4B8C-A0CA-E08254AE4DE0}"/>
    <dgm:cxn modelId="{9E0BA231-9BBF-4E04-B038-62BCBC68411B}" srcId="{E390F925-C988-4BC3-A72C-69D2002FDFBB}" destId="{9CDBBC13-BEE9-4A33-AB32-CAD8210802F5}" srcOrd="1" destOrd="0" parTransId="{C9A759B4-6478-4AA9-AC5D-556CAE60F1EF}" sibTransId="{11974802-F667-43F6-AF6E-0F958ACFEF45}"/>
    <dgm:cxn modelId="{F9F73A33-DB3A-48CB-BA49-51E41756943F}" type="presOf" srcId="{D079279F-9D3F-4D35-A168-3DAE46724D32}" destId="{16A2A47C-DCC5-4C2D-B7D6-DC176137AC09}" srcOrd="0" destOrd="0" presId="urn:microsoft.com/office/officeart/2018/2/layout/IconVerticalSolidList"/>
    <dgm:cxn modelId="{75611C49-075B-40DD-94A4-011B5159B2B9}" type="presOf" srcId="{E390F925-C988-4BC3-A72C-69D2002FDFBB}" destId="{52B46EB7-1D1E-48EC-BCA9-7700FA0B2E67}" srcOrd="0" destOrd="0" presId="urn:microsoft.com/office/officeart/2018/2/layout/IconVerticalSolidList"/>
    <dgm:cxn modelId="{54E2556A-8888-41ED-919F-80416344FF3B}" type="presOf" srcId="{29D26730-FA98-46A9-AE79-DD4E86183DC4}" destId="{443D57BD-4A62-42F6-B752-CC0DFE117D63}" srcOrd="0" destOrd="0" presId="urn:microsoft.com/office/officeart/2018/2/layout/IconVerticalSolidList"/>
    <dgm:cxn modelId="{0E07E0B4-626C-4113-BB45-215BAA36ED87}" type="presOf" srcId="{E24D64BF-3617-4119-8F92-E4DACF93F2F8}" destId="{1E4AB233-D689-47DA-B674-CC15E39C4A70}" srcOrd="0" destOrd="0" presId="urn:microsoft.com/office/officeart/2018/2/layout/IconVerticalSolidList"/>
    <dgm:cxn modelId="{148061B9-853B-4D93-B489-B3B82C213E6C}" srcId="{E390F925-C988-4BC3-A72C-69D2002FDFBB}" destId="{29D26730-FA98-46A9-AE79-DD4E86183DC4}" srcOrd="5" destOrd="0" parTransId="{2D3AE783-A9A6-4A80-8AEA-F179A5357C76}" sibTransId="{EDB07D3B-EF32-4CCC-A2A4-020B553269FD}"/>
    <dgm:cxn modelId="{98CB68B9-00CF-40A0-A03B-FBD3300C0802}" type="presOf" srcId="{40BFDFD9-F1E8-4907-9CE7-85FEB45C3ACA}" destId="{51EF0757-D6EA-4785-86B7-8F2F97330A52}" srcOrd="0" destOrd="0" presId="urn:microsoft.com/office/officeart/2018/2/layout/IconVerticalSolidList"/>
    <dgm:cxn modelId="{0F1051C5-369C-4756-9E86-C2A6C1CB0A26}" srcId="{E390F925-C988-4BC3-A72C-69D2002FDFBB}" destId="{40BFDFD9-F1E8-4907-9CE7-85FEB45C3ACA}" srcOrd="2" destOrd="0" parTransId="{59A5E396-9DE7-4710-AAD8-9A4110196DF1}" sibTransId="{D51B6F27-763B-46BE-AB28-5EE079A0EF31}"/>
    <dgm:cxn modelId="{CAE3ADF2-1816-4E27-9D3A-9220DF056410}" srcId="{E390F925-C988-4BC3-A72C-69D2002FDFBB}" destId="{D079279F-9D3F-4D35-A168-3DAE46724D32}" srcOrd="3" destOrd="0" parTransId="{FEE10BF3-290C-470F-9808-AD27AA073AD6}" sibTransId="{B9E31B3C-CCF7-4369-835B-D378C1A797D9}"/>
    <dgm:cxn modelId="{9464D5F9-7649-40C8-9FFB-D4FDB37683B3}" type="presOf" srcId="{28EC934C-6B0A-4567-8D6A-B6259F727B35}" destId="{0D507CBB-E850-4431-93BB-D6BEF0045D6D}" srcOrd="0" destOrd="0" presId="urn:microsoft.com/office/officeart/2018/2/layout/IconVerticalSolidList"/>
    <dgm:cxn modelId="{C4876F3D-3DDD-47AB-9D10-140672B6F246}" type="presParOf" srcId="{52B46EB7-1D1E-48EC-BCA9-7700FA0B2E67}" destId="{7D61AD10-0636-42F9-9D88-E302853A503A}" srcOrd="0" destOrd="0" presId="urn:microsoft.com/office/officeart/2018/2/layout/IconVerticalSolidList"/>
    <dgm:cxn modelId="{6938A920-32B7-431F-929E-EA310EC448EE}" type="presParOf" srcId="{7D61AD10-0636-42F9-9D88-E302853A503A}" destId="{A828AF0D-8169-476F-AD68-0ECE358F02EF}" srcOrd="0" destOrd="0" presId="urn:microsoft.com/office/officeart/2018/2/layout/IconVerticalSolidList"/>
    <dgm:cxn modelId="{F47DF091-545F-42D9-B935-F08E0232784B}" type="presParOf" srcId="{7D61AD10-0636-42F9-9D88-E302853A503A}" destId="{E33CFB97-B6ED-4084-913B-D82242AD6B89}" srcOrd="1" destOrd="0" presId="urn:microsoft.com/office/officeart/2018/2/layout/IconVerticalSolidList"/>
    <dgm:cxn modelId="{E0DE12AC-7D86-46FF-80CF-29A72CE0FA30}" type="presParOf" srcId="{7D61AD10-0636-42F9-9D88-E302853A503A}" destId="{F8FA4671-9B76-4F25-AA0F-FE525350BFD4}" srcOrd="2" destOrd="0" presId="urn:microsoft.com/office/officeart/2018/2/layout/IconVerticalSolidList"/>
    <dgm:cxn modelId="{B87CA8F7-09EE-48C0-8FF4-07FA40805A15}" type="presParOf" srcId="{7D61AD10-0636-42F9-9D88-E302853A503A}" destId="{0D507CBB-E850-4431-93BB-D6BEF0045D6D}" srcOrd="3" destOrd="0" presId="urn:microsoft.com/office/officeart/2018/2/layout/IconVerticalSolidList"/>
    <dgm:cxn modelId="{A11FC97C-980F-47E7-8D18-9E0A369A163A}" type="presParOf" srcId="{52B46EB7-1D1E-48EC-BCA9-7700FA0B2E67}" destId="{9C6178F6-F134-4F9B-9308-0E0C0F38D737}" srcOrd="1" destOrd="0" presId="urn:microsoft.com/office/officeart/2018/2/layout/IconVerticalSolidList"/>
    <dgm:cxn modelId="{9EC0F43C-7B4E-4EAC-BAE1-42EBFC419B20}" type="presParOf" srcId="{52B46EB7-1D1E-48EC-BCA9-7700FA0B2E67}" destId="{DF1F5B0D-11D5-4AB8-8A45-F82A3B46B7A9}" srcOrd="2" destOrd="0" presId="urn:microsoft.com/office/officeart/2018/2/layout/IconVerticalSolidList"/>
    <dgm:cxn modelId="{5434DE23-2DFB-48DE-B015-09EF08B8D4B0}" type="presParOf" srcId="{DF1F5B0D-11D5-4AB8-8A45-F82A3B46B7A9}" destId="{756ECBD5-81F6-4C52-9AD9-E1EEF5B4AE52}" srcOrd="0" destOrd="0" presId="urn:microsoft.com/office/officeart/2018/2/layout/IconVerticalSolidList"/>
    <dgm:cxn modelId="{8E9B9699-0612-44FE-9305-581A93DC3408}" type="presParOf" srcId="{DF1F5B0D-11D5-4AB8-8A45-F82A3B46B7A9}" destId="{5E80DC8D-3E4B-4982-9879-C1BFEF4AD51C}" srcOrd="1" destOrd="0" presId="urn:microsoft.com/office/officeart/2018/2/layout/IconVerticalSolidList"/>
    <dgm:cxn modelId="{B1B2A43C-BDD6-4297-9E39-2475CD78903D}" type="presParOf" srcId="{DF1F5B0D-11D5-4AB8-8A45-F82A3B46B7A9}" destId="{49A74530-FDA0-4A9D-A182-6A8E88BCD630}" srcOrd="2" destOrd="0" presId="urn:microsoft.com/office/officeart/2018/2/layout/IconVerticalSolidList"/>
    <dgm:cxn modelId="{C75878EF-6208-48DD-B449-E6620FF20697}" type="presParOf" srcId="{DF1F5B0D-11D5-4AB8-8A45-F82A3B46B7A9}" destId="{C3F8D936-6D70-4304-A90B-CAD3E90898EE}" srcOrd="3" destOrd="0" presId="urn:microsoft.com/office/officeart/2018/2/layout/IconVerticalSolidList"/>
    <dgm:cxn modelId="{94770388-35D6-42AA-B477-DC4746C82789}" type="presParOf" srcId="{52B46EB7-1D1E-48EC-BCA9-7700FA0B2E67}" destId="{DBCCF1EF-37C8-404E-9C67-F12644C41F4C}" srcOrd="3" destOrd="0" presId="urn:microsoft.com/office/officeart/2018/2/layout/IconVerticalSolidList"/>
    <dgm:cxn modelId="{9935EC5D-58C7-42FA-BDE4-E6BF4E8C04E9}" type="presParOf" srcId="{52B46EB7-1D1E-48EC-BCA9-7700FA0B2E67}" destId="{180CEA76-2A27-47D5-BAD4-69065A0FD18D}" srcOrd="4" destOrd="0" presId="urn:microsoft.com/office/officeart/2018/2/layout/IconVerticalSolidList"/>
    <dgm:cxn modelId="{72C11BA3-5AE9-4A31-B624-CA6DC823BAEF}" type="presParOf" srcId="{180CEA76-2A27-47D5-BAD4-69065A0FD18D}" destId="{7E45B171-E056-494E-B49A-5993DBFB975B}" srcOrd="0" destOrd="0" presId="urn:microsoft.com/office/officeart/2018/2/layout/IconVerticalSolidList"/>
    <dgm:cxn modelId="{5F3FFE6A-1211-41BD-8A2C-9CDEFE5F168B}" type="presParOf" srcId="{180CEA76-2A27-47D5-BAD4-69065A0FD18D}" destId="{E15936DA-0813-488B-9CC3-C0D9714C88DD}" srcOrd="1" destOrd="0" presId="urn:microsoft.com/office/officeart/2018/2/layout/IconVerticalSolidList"/>
    <dgm:cxn modelId="{932C4322-EACD-416A-90EA-A41DF6F16F6E}" type="presParOf" srcId="{180CEA76-2A27-47D5-BAD4-69065A0FD18D}" destId="{79E79115-680C-497D-84AB-4BFEA3EA4551}" srcOrd="2" destOrd="0" presId="urn:microsoft.com/office/officeart/2018/2/layout/IconVerticalSolidList"/>
    <dgm:cxn modelId="{A8863013-CE7C-46DF-ACA3-10931FD063A6}" type="presParOf" srcId="{180CEA76-2A27-47D5-BAD4-69065A0FD18D}" destId="{51EF0757-D6EA-4785-86B7-8F2F97330A52}" srcOrd="3" destOrd="0" presId="urn:microsoft.com/office/officeart/2018/2/layout/IconVerticalSolidList"/>
    <dgm:cxn modelId="{85FB4505-D041-4DD1-8F0E-28E83F5AF488}" type="presParOf" srcId="{52B46EB7-1D1E-48EC-BCA9-7700FA0B2E67}" destId="{687D87DF-9E65-4218-8421-CB4A246DE483}" srcOrd="5" destOrd="0" presId="urn:microsoft.com/office/officeart/2018/2/layout/IconVerticalSolidList"/>
    <dgm:cxn modelId="{9D52B551-9689-4523-A92B-29C480C1BEAE}" type="presParOf" srcId="{52B46EB7-1D1E-48EC-BCA9-7700FA0B2E67}" destId="{D380E65A-2D11-41DF-98D7-61D74311737E}" srcOrd="6" destOrd="0" presId="urn:microsoft.com/office/officeart/2018/2/layout/IconVerticalSolidList"/>
    <dgm:cxn modelId="{91E76503-A1FD-40A1-9A0E-0971AAB5A07E}" type="presParOf" srcId="{D380E65A-2D11-41DF-98D7-61D74311737E}" destId="{F5416D15-C9D1-48E1-B517-98B938C08524}" srcOrd="0" destOrd="0" presId="urn:microsoft.com/office/officeart/2018/2/layout/IconVerticalSolidList"/>
    <dgm:cxn modelId="{035BE785-5998-4A97-94DC-F3F86799BBA5}" type="presParOf" srcId="{D380E65A-2D11-41DF-98D7-61D74311737E}" destId="{E0638400-CD9E-4F05-B771-251859696C54}" srcOrd="1" destOrd="0" presId="urn:microsoft.com/office/officeart/2018/2/layout/IconVerticalSolidList"/>
    <dgm:cxn modelId="{6CA72B15-90B4-4200-93E6-373F0F91DC8E}" type="presParOf" srcId="{D380E65A-2D11-41DF-98D7-61D74311737E}" destId="{D1ADE81C-65CB-4687-BC26-2CBE9DCABF30}" srcOrd="2" destOrd="0" presId="urn:microsoft.com/office/officeart/2018/2/layout/IconVerticalSolidList"/>
    <dgm:cxn modelId="{268E1B67-BF1E-4E6A-93C8-F643DEB4871E}" type="presParOf" srcId="{D380E65A-2D11-41DF-98D7-61D74311737E}" destId="{16A2A47C-DCC5-4C2D-B7D6-DC176137AC09}" srcOrd="3" destOrd="0" presId="urn:microsoft.com/office/officeart/2018/2/layout/IconVerticalSolidList"/>
    <dgm:cxn modelId="{968D995F-667D-4B6A-ACF4-68074D826548}" type="presParOf" srcId="{52B46EB7-1D1E-48EC-BCA9-7700FA0B2E67}" destId="{1C486006-5235-4400-9867-186459AA1A50}" srcOrd="7" destOrd="0" presId="urn:microsoft.com/office/officeart/2018/2/layout/IconVerticalSolidList"/>
    <dgm:cxn modelId="{A387FBCC-B564-4037-A871-06A12D783040}" type="presParOf" srcId="{52B46EB7-1D1E-48EC-BCA9-7700FA0B2E67}" destId="{EEDA6E3C-43B9-43DB-8C2A-D7E60568C23D}" srcOrd="8" destOrd="0" presId="urn:microsoft.com/office/officeart/2018/2/layout/IconVerticalSolidList"/>
    <dgm:cxn modelId="{BEAF98BA-3DCE-4E11-8900-BE3903B52AE3}" type="presParOf" srcId="{EEDA6E3C-43B9-43DB-8C2A-D7E60568C23D}" destId="{DE99BFF9-D496-4988-BDDD-969446400348}" srcOrd="0" destOrd="0" presId="urn:microsoft.com/office/officeart/2018/2/layout/IconVerticalSolidList"/>
    <dgm:cxn modelId="{044D492B-218E-4CA4-8E08-9CAB040272B2}" type="presParOf" srcId="{EEDA6E3C-43B9-43DB-8C2A-D7E60568C23D}" destId="{F8EA9CE2-D609-469B-98E2-6B06338D3228}" srcOrd="1" destOrd="0" presId="urn:microsoft.com/office/officeart/2018/2/layout/IconVerticalSolidList"/>
    <dgm:cxn modelId="{4ADE4518-2078-4F49-8FC0-5A2330FAF3F8}" type="presParOf" srcId="{EEDA6E3C-43B9-43DB-8C2A-D7E60568C23D}" destId="{D8619ADC-DAEB-411E-B1F6-856E21D5C6A7}" srcOrd="2" destOrd="0" presId="urn:microsoft.com/office/officeart/2018/2/layout/IconVerticalSolidList"/>
    <dgm:cxn modelId="{47C57930-3134-4BF6-AC3F-C084C9A25885}" type="presParOf" srcId="{EEDA6E3C-43B9-43DB-8C2A-D7E60568C23D}" destId="{1E4AB233-D689-47DA-B674-CC15E39C4A70}" srcOrd="3" destOrd="0" presId="urn:microsoft.com/office/officeart/2018/2/layout/IconVerticalSolidList"/>
    <dgm:cxn modelId="{3CD3DA53-11DC-40FB-AA8B-8EBC1F5FC397}" type="presParOf" srcId="{52B46EB7-1D1E-48EC-BCA9-7700FA0B2E67}" destId="{E069770E-4693-4ACD-83AA-445F8962AEC2}" srcOrd="9" destOrd="0" presId="urn:microsoft.com/office/officeart/2018/2/layout/IconVerticalSolidList"/>
    <dgm:cxn modelId="{647B7898-2B47-4A91-80D6-2D55A4E78660}" type="presParOf" srcId="{52B46EB7-1D1E-48EC-BCA9-7700FA0B2E67}" destId="{D28FA420-330F-4124-BCB3-CFA097242CA2}" srcOrd="10" destOrd="0" presId="urn:microsoft.com/office/officeart/2018/2/layout/IconVerticalSolidList"/>
    <dgm:cxn modelId="{51D67843-AC44-46AB-90FA-C52DD7DF6B47}" type="presParOf" srcId="{D28FA420-330F-4124-BCB3-CFA097242CA2}" destId="{BA12F893-C613-4C4A-8C8C-3CBB785B07A2}" srcOrd="0" destOrd="0" presId="urn:microsoft.com/office/officeart/2018/2/layout/IconVerticalSolidList"/>
    <dgm:cxn modelId="{DF318F64-D6DE-41D2-B4B5-573FF4F7FF1E}" type="presParOf" srcId="{D28FA420-330F-4124-BCB3-CFA097242CA2}" destId="{E73CE288-7130-43F9-92F2-DAD4C8B4090E}" srcOrd="1" destOrd="0" presId="urn:microsoft.com/office/officeart/2018/2/layout/IconVerticalSolidList"/>
    <dgm:cxn modelId="{C11A6CCC-0B46-4A45-AD07-09B3E9192B0B}" type="presParOf" srcId="{D28FA420-330F-4124-BCB3-CFA097242CA2}" destId="{EBD961FF-7B7A-4F85-977A-ED30E662A3DB}" srcOrd="2" destOrd="0" presId="urn:microsoft.com/office/officeart/2018/2/layout/IconVerticalSolidList"/>
    <dgm:cxn modelId="{BABABDA1-2B47-4896-9031-2521999300B5}" type="presParOf" srcId="{D28FA420-330F-4124-BCB3-CFA097242CA2}" destId="{443D57BD-4A62-42F6-B752-CC0DFE117D6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828AF0D-8169-476F-AD68-0ECE358F02EF}">
      <dsp:nvSpPr>
        <dsp:cNvPr id="0" name=""/>
        <dsp:cNvSpPr/>
      </dsp:nvSpPr>
      <dsp:spPr>
        <a:xfrm>
          <a:off x="0" y="1476"/>
          <a:ext cx="10287000" cy="628952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33CFB97-B6ED-4084-913B-D82242AD6B89}">
      <dsp:nvSpPr>
        <dsp:cNvPr id="0" name=""/>
        <dsp:cNvSpPr/>
      </dsp:nvSpPr>
      <dsp:spPr>
        <a:xfrm>
          <a:off x="190258" y="142990"/>
          <a:ext cx="345923" cy="34592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507CBB-E850-4431-93BB-D6BEF0045D6D}">
      <dsp:nvSpPr>
        <dsp:cNvPr id="0" name=""/>
        <dsp:cNvSpPr/>
      </dsp:nvSpPr>
      <dsp:spPr>
        <a:xfrm>
          <a:off x="726439" y="1476"/>
          <a:ext cx="9560560" cy="6289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564" tIns="66564" rIns="66564" bIns="6656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Challenges:</a:t>
          </a:r>
          <a:endParaRPr lang="en-US" sz="1900" kern="1200"/>
        </a:p>
      </dsp:txBody>
      <dsp:txXfrm>
        <a:off x="726439" y="1476"/>
        <a:ext cx="9560560" cy="628952"/>
      </dsp:txXfrm>
    </dsp:sp>
    <dsp:sp modelId="{756ECBD5-81F6-4C52-9AD9-E1EEF5B4AE52}">
      <dsp:nvSpPr>
        <dsp:cNvPr id="0" name=""/>
        <dsp:cNvSpPr/>
      </dsp:nvSpPr>
      <dsp:spPr>
        <a:xfrm>
          <a:off x="0" y="787666"/>
          <a:ext cx="10287000" cy="628952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E80DC8D-3E4B-4982-9879-C1BFEF4AD51C}">
      <dsp:nvSpPr>
        <dsp:cNvPr id="0" name=""/>
        <dsp:cNvSpPr/>
      </dsp:nvSpPr>
      <dsp:spPr>
        <a:xfrm>
          <a:off x="190258" y="929180"/>
          <a:ext cx="345923" cy="34592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F8D936-6D70-4304-A90B-CAD3E90898EE}">
      <dsp:nvSpPr>
        <dsp:cNvPr id="0" name=""/>
        <dsp:cNvSpPr/>
      </dsp:nvSpPr>
      <dsp:spPr>
        <a:xfrm>
          <a:off x="726439" y="787666"/>
          <a:ext cx="9560560" cy="6289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564" tIns="66564" rIns="66564" bIns="6656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Limited permissions in AWS Academy account (alternative solutions used)</a:t>
          </a:r>
        </a:p>
      </dsp:txBody>
      <dsp:txXfrm>
        <a:off x="726439" y="787666"/>
        <a:ext cx="9560560" cy="628952"/>
      </dsp:txXfrm>
    </dsp:sp>
    <dsp:sp modelId="{7E45B171-E056-494E-B49A-5993DBFB975B}">
      <dsp:nvSpPr>
        <dsp:cNvPr id="0" name=""/>
        <dsp:cNvSpPr/>
      </dsp:nvSpPr>
      <dsp:spPr>
        <a:xfrm>
          <a:off x="0" y="1573856"/>
          <a:ext cx="10287000" cy="628952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15936DA-0813-488B-9CC3-C0D9714C88DD}">
      <dsp:nvSpPr>
        <dsp:cNvPr id="0" name=""/>
        <dsp:cNvSpPr/>
      </dsp:nvSpPr>
      <dsp:spPr>
        <a:xfrm>
          <a:off x="190258" y="1715370"/>
          <a:ext cx="345923" cy="34592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EF0757-D6EA-4785-86B7-8F2F97330A52}">
      <dsp:nvSpPr>
        <dsp:cNvPr id="0" name=""/>
        <dsp:cNvSpPr/>
      </dsp:nvSpPr>
      <dsp:spPr>
        <a:xfrm>
          <a:off x="726439" y="1573856"/>
          <a:ext cx="9560560" cy="6289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564" tIns="66564" rIns="66564" bIns="6656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Data privacy considerations</a:t>
          </a:r>
        </a:p>
      </dsp:txBody>
      <dsp:txXfrm>
        <a:off x="726439" y="1573856"/>
        <a:ext cx="9560560" cy="628952"/>
      </dsp:txXfrm>
    </dsp:sp>
    <dsp:sp modelId="{F5416D15-C9D1-48E1-B517-98B938C08524}">
      <dsp:nvSpPr>
        <dsp:cNvPr id="0" name=""/>
        <dsp:cNvSpPr/>
      </dsp:nvSpPr>
      <dsp:spPr>
        <a:xfrm>
          <a:off x="0" y="2360047"/>
          <a:ext cx="10287000" cy="628952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0638400-CD9E-4F05-B771-251859696C54}">
      <dsp:nvSpPr>
        <dsp:cNvPr id="0" name=""/>
        <dsp:cNvSpPr/>
      </dsp:nvSpPr>
      <dsp:spPr>
        <a:xfrm>
          <a:off x="190258" y="2501561"/>
          <a:ext cx="345923" cy="34592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A2A47C-DCC5-4C2D-B7D6-DC176137AC09}">
      <dsp:nvSpPr>
        <dsp:cNvPr id="0" name=""/>
        <dsp:cNvSpPr/>
      </dsp:nvSpPr>
      <dsp:spPr>
        <a:xfrm>
          <a:off x="726439" y="2360047"/>
          <a:ext cx="9560560" cy="6289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564" tIns="66564" rIns="66564" bIns="6656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Learnings:</a:t>
          </a:r>
          <a:endParaRPr lang="en-US" sz="1900" kern="1200"/>
        </a:p>
      </dsp:txBody>
      <dsp:txXfrm>
        <a:off x="726439" y="2360047"/>
        <a:ext cx="9560560" cy="628952"/>
      </dsp:txXfrm>
    </dsp:sp>
    <dsp:sp modelId="{DE99BFF9-D496-4988-BDDD-969446400348}">
      <dsp:nvSpPr>
        <dsp:cNvPr id="0" name=""/>
        <dsp:cNvSpPr/>
      </dsp:nvSpPr>
      <dsp:spPr>
        <a:xfrm>
          <a:off x="0" y="3146237"/>
          <a:ext cx="10287000" cy="628952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8EA9CE2-D609-469B-98E2-6B06338D3228}">
      <dsp:nvSpPr>
        <dsp:cNvPr id="0" name=""/>
        <dsp:cNvSpPr/>
      </dsp:nvSpPr>
      <dsp:spPr>
        <a:xfrm>
          <a:off x="190258" y="3287751"/>
          <a:ext cx="345923" cy="345923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4AB233-D689-47DA-B674-CC15E39C4A70}">
      <dsp:nvSpPr>
        <dsp:cNvPr id="0" name=""/>
        <dsp:cNvSpPr/>
      </dsp:nvSpPr>
      <dsp:spPr>
        <a:xfrm>
          <a:off x="726439" y="3146237"/>
          <a:ext cx="9560560" cy="6289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564" tIns="66564" rIns="66564" bIns="6656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Hands-on experience with AWS services and big data tools</a:t>
          </a:r>
        </a:p>
      </dsp:txBody>
      <dsp:txXfrm>
        <a:off x="726439" y="3146237"/>
        <a:ext cx="9560560" cy="628952"/>
      </dsp:txXfrm>
    </dsp:sp>
    <dsp:sp modelId="{BA12F893-C613-4C4A-8C8C-3CBB785B07A2}">
      <dsp:nvSpPr>
        <dsp:cNvPr id="0" name=""/>
        <dsp:cNvSpPr/>
      </dsp:nvSpPr>
      <dsp:spPr>
        <a:xfrm>
          <a:off x="0" y="3932427"/>
          <a:ext cx="10287000" cy="628952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73CE288-7130-43F9-92F2-DAD4C8B4090E}">
      <dsp:nvSpPr>
        <dsp:cNvPr id="0" name=""/>
        <dsp:cNvSpPr/>
      </dsp:nvSpPr>
      <dsp:spPr>
        <a:xfrm>
          <a:off x="190258" y="4073941"/>
          <a:ext cx="345923" cy="345923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3D57BD-4A62-42F6-B752-CC0DFE117D63}">
      <dsp:nvSpPr>
        <dsp:cNvPr id="0" name=""/>
        <dsp:cNvSpPr/>
      </dsp:nvSpPr>
      <dsp:spPr>
        <a:xfrm>
          <a:off x="726439" y="3932427"/>
          <a:ext cx="9560560" cy="6289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564" tIns="66564" rIns="66564" bIns="6656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Practical application of NLP techniques for sentiment analysis</a:t>
          </a:r>
        </a:p>
      </dsp:txBody>
      <dsp:txXfrm>
        <a:off x="726439" y="3932427"/>
        <a:ext cx="9560560" cy="62895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A26648-F114-4402-B049-AA57EA7F2020}" type="datetimeFigureOut">
              <a:rPr lang="en-US" smtClean="0"/>
              <a:t>8/10/2024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2815FE-BC4D-474E-9AA3-6983BC3D87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5596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0177DF1D-D731-86FC-22F9-00221AD8C22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289143" y="440217"/>
            <a:ext cx="9613711" cy="2327086"/>
          </a:xfrm>
          <a:ln w="15875">
            <a:solidFill>
              <a:schemeClr val="accent1"/>
            </a:solidFill>
          </a:ln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A4FE67-D925-EFE3-2BA5-C28DA7C030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3236976"/>
            <a:ext cx="6867144" cy="2386584"/>
          </a:xfrm>
        </p:spPr>
        <p:txBody>
          <a:bodyPr anchor="b">
            <a:noAutofit/>
          </a:bodyPr>
          <a:lstStyle>
            <a:lvl1pPr algn="l">
              <a:defRPr sz="6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D58524-513B-3FD2-4ED0-CB0CA3A3DF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27648" y="5971032"/>
            <a:ext cx="3776472" cy="530352"/>
          </a:xfrm>
        </p:spPr>
        <p:txBody>
          <a:bodyPr>
            <a:noAutofit/>
          </a:bodyPr>
          <a:lstStyle>
            <a:lvl1pPr marL="0" indent="0" algn="ctr">
              <a:buNone/>
              <a:defRPr sz="2000">
                <a:solidFill>
                  <a:schemeClr val="accent1"/>
                </a:solidFill>
                <a:latin typeface="Gill Sans Nova Light" panose="020B030202010402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AA2A54F-058C-EF24-C892-91614AF2D7E8}"/>
              </a:ext>
            </a:extLst>
          </p:cNvPr>
          <p:cNvCxnSpPr>
            <a:cxnSpLocks/>
          </p:cNvCxnSpPr>
          <p:nvPr userDrawn="1"/>
        </p:nvCxnSpPr>
        <p:spPr>
          <a:xfrm flipV="1">
            <a:off x="398367" y="0"/>
            <a:ext cx="0" cy="685800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A313A15-57C2-5BD9-DE2B-442792010C50}"/>
              </a:ext>
            </a:extLst>
          </p:cNvPr>
          <p:cNvCxnSpPr>
            <a:cxnSpLocks/>
          </p:cNvCxnSpPr>
          <p:nvPr userDrawn="1"/>
        </p:nvCxnSpPr>
        <p:spPr>
          <a:xfrm flipV="1">
            <a:off x="11793633" y="0"/>
            <a:ext cx="0" cy="685800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9D750DB-651A-3C95-E822-712897C2D5A4}"/>
              </a:ext>
            </a:extLst>
          </p:cNvPr>
          <p:cNvCxnSpPr>
            <a:cxnSpLocks/>
          </p:cNvCxnSpPr>
          <p:nvPr userDrawn="1"/>
        </p:nvCxnSpPr>
        <p:spPr>
          <a:xfrm>
            <a:off x="398366" y="3226467"/>
            <a:ext cx="11395267" cy="443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136281F-EE75-A92A-B85E-00B02B5C0B67}"/>
              </a:ext>
            </a:extLst>
          </p:cNvPr>
          <p:cNvCxnSpPr>
            <a:cxnSpLocks/>
          </p:cNvCxnSpPr>
          <p:nvPr userDrawn="1"/>
        </p:nvCxnSpPr>
        <p:spPr>
          <a:xfrm>
            <a:off x="-11430" y="6165891"/>
            <a:ext cx="6339792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5B98AA9-64E2-C5F9-3E90-D02F312EDC52}"/>
              </a:ext>
            </a:extLst>
          </p:cNvPr>
          <p:cNvCxnSpPr>
            <a:cxnSpLocks/>
          </p:cNvCxnSpPr>
          <p:nvPr userDrawn="1"/>
        </p:nvCxnSpPr>
        <p:spPr>
          <a:xfrm>
            <a:off x="10103564" y="6165891"/>
            <a:ext cx="2088436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64403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0BD26-4C3C-C934-E3C5-C4ABD369E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5544" y="0"/>
            <a:ext cx="4370832" cy="2194560"/>
          </a:xfrm>
        </p:spPr>
        <p:txBody>
          <a:bodyPr/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54A61420-31F3-2DF5-A319-19A8896350E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3810"/>
            <a:ext cx="4856184" cy="6850379"/>
          </a:xfrm>
          <a:ln w="15875">
            <a:solidFill>
              <a:schemeClr val="tx1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3F374C-57DC-E207-D494-6986428A2D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6185" y="2212849"/>
            <a:ext cx="7335814" cy="464515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163547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F32D5F1B-4B4F-5C42-0EFC-AE54D2C4EC2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solidFill>
            <a:schemeClr val="accent2">
              <a:lumMod val="40000"/>
              <a:lumOff val="6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63A1AE-C2A2-3984-EE25-E51E8DD651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8760" y="1188720"/>
            <a:ext cx="9171432" cy="4480560"/>
          </a:xfrm>
          <a:ln w="15875">
            <a:solidFill>
              <a:schemeClr val="accent1"/>
            </a:solidFill>
          </a:ln>
        </p:spPr>
        <p:txBody>
          <a:bodyPr lIns="365760" bIns="640080" anchor="ctr"/>
          <a:lstStyle>
            <a:lvl1pPr>
              <a:defRPr sz="7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7A141F-6D41-3734-9073-FB0B24ECBB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65976" y="5102352"/>
            <a:ext cx="2889504" cy="365760"/>
          </a:xfr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13742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picture">
    <p:bg>
      <p:bgPr>
        <a:solidFill>
          <a:schemeClr val="accent4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B66CC86A-5147-8A3A-D69B-E3F6DBACAE9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36301" y="928122"/>
            <a:ext cx="3251199" cy="5001754"/>
          </a:xfrm>
          <a:ln w="15875">
            <a:solidFill>
              <a:schemeClr val="accent1"/>
            </a:solidFill>
          </a:ln>
        </p:spPr>
        <p:txBody>
          <a:bodyPr anchor="ctr"/>
          <a:lstStyle>
            <a:lvl1pPr marL="0" indent="0" algn="ctr">
              <a:buNone/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A0BD26-4C3C-C934-E3C5-C4ABD369E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0" y="1225296"/>
            <a:ext cx="4718304" cy="1645920"/>
          </a:xfrm>
        </p:spPr>
        <p:txBody>
          <a:bodyPr/>
          <a:lstStyle>
            <a:lvl1pPr>
              <a:defRPr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3F374C-57DC-E207-D494-6986428A2D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0" y="2898648"/>
            <a:ext cx="4370832" cy="2029968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accent1"/>
                </a:solidFill>
              </a:defRPr>
            </a:lvl1pPr>
            <a:lvl2pPr marL="566928" indent="-283464">
              <a:lnSpc>
                <a:spcPct val="100000"/>
              </a:lnSpc>
              <a:buFont typeface="Wingdings" panose="05000000000000000000" pitchFamily="2" charset="2"/>
              <a:buChar char="§"/>
              <a:defRPr sz="1600">
                <a:solidFill>
                  <a:schemeClr val="accent1"/>
                </a:solidFill>
              </a:defRPr>
            </a:lvl2pPr>
            <a:lvl3pPr marL="850392" indent="-283464">
              <a:lnSpc>
                <a:spcPct val="100000"/>
              </a:lnSpc>
              <a:buFont typeface="Wingdings" panose="05000000000000000000" pitchFamily="2" charset="2"/>
              <a:buChar char="§"/>
              <a:defRPr sz="1400">
                <a:solidFill>
                  <a:schemeClr val="accent1"/>
                </a:solidFill>
              </a:defRPr>
            </a:lvl3pPr>
            <a:lvl4pPr marL="1133856" indent="-283464">
              <a:lnSpc>
                <a:spcPct val="100000"/>
              </a:lnSpc>
              <a:buFont typeface="Wingdings" panose="05000000000000000000" pitchFamily="2" charset="2"/>
              <a:buChar char="§"/>
              <a:defRPr sz="1200">
                <a:solidFill>
                  <a:schemeClr val="accent1"/>
                </a:solidFill>
              </a:defRPr>
            </a:lvl4pPr>
            <a:lvl5pPr marL="1417320" indent="-283464">
              <a:lnSpc>
                <a:spcPct val="100000"/>
              </a:lnSpc>
              <a:buFont typeface="Wingdings" panose="05000000000000000000" pitchFamily="2" charset="2"/>
              <a:buChar char="§"/>
              <a:defRPr sz="12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01ABA6-5EA3-1AE9-0825-523073F78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6640" y="6517634"/>
            <a:ext cx="950258" cy="2743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84D792B7-0397-C047-AE12-1A03F7E3DC8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6C5317-E14C-8E61-2C1E-0430778E8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08250" y="6517634"/>
            <a:ext cx="2572870" cy="2743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514D0E-ED92-E1A4-0E78-546375A0A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11CC225-384C-A7E8-AFBF-89D35684100D}"/>
              </a:ext>
            </a:extLst>
          </p:cNvPr>
          <p:cNvCxnSpPr>
            <a:cxnSpLocks/>
          </p:cNvCxnSpPr>
          <p:nvPr userDrawn="1"/>
        </p:nvCxnSpPr>
        <p:spPr>
          <a:xfrm>
            <a:off x="0" y="395159"/>
            <a:ext cx="1219200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59E07A8-FF17-EE00-CEAE-9071F30D748F}"/>
              </a:ext>
            </a:extLst>
          </p:cNvPr>
          <p:cNvCxnSpPr>
            <a:cxnSpLocks/>
          </p:cNvCxnSpPr>
          <p:nvPr userDrawn="1"/>
        </p:nvCxnSpPr>
        <p:spPr>
          <a:xfrm>
            <a:off x="0" y="6439485"/>
            <a:ext cx="1219200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352F90E-8B45-B50A-6BB9-250D96DE376E}"/>
              </a:ext>
            </a:extLst>
          </p:cNvPr>
          <p:cNvCxnSpPr>
            <a:cxnSpLocks/>
          </p:cNvCxnSpPr>
          <p:nvPr userDrawn="1"/>
        </p:nvCxnSpPr>
        <p:spPr>
          <a:xfrm flipV="1">
            <a:off x="398367" y="0"/>
            <a:ext cx="0" cy="685800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3915D5E-49E8-33A0-1B5E-9B7880A4BC60}"/>
              </a:ext>
            </a:extLst>
          </p:cNvPr>
          <p:cNvCxnSpPr>
            <a:cxnSpLocks/>
          </p:cNvCxnSpPr>
          <p:nvPr userDrawn="1"/>
        </p:nvCxnSpPr>
        <p:spPr>
          <a:xfrm flipV="1">
            <a:off x="11793633" y="0"/>
            <a:ext cx="0" cy="685800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E56D179-21F4-E208-F1F2-385E53DC3F00}"/>
              </a:ext>
            </a:extLst>
          </p:cNvPr>
          <p:cNvCxnSpPr>
            <a:cxnSpLocks/>
          </p:cNvCxnSpPr>
          <p:nvPr userDrawn="1"/>
        </p:nvCxnSpPr>
        <p:spPr>
          <a:xfrm flipV="1">
            <a:off x="6096000" y="395159"/>
            <a:ext cx="0" cy="6044326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3455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0BD26-4C3C-C934-E3C5-C4ABD369E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9112" y="54864"/>
            <a:ext cx="8165592" cy="969264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3F374C-57DC-E207-D494-6986428A2D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7552" y="1444752"/>
            <a:ext cx="10287000" cy="45628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01ABA6-5EA3-1AE9-0825-523073F78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6640" y="6517634"/>
            <a:ext cx="950258" cy="274320"/>
          </a:xfrm>
          <a:prstGeom prst="rect">
            <a:avLst/>
          </a:prstGeom>
        </p:spPr>
        <p:txBody>
          <a:bodyPr/>
          <a:lstStyle/>
          <a:p>
            <a:fld id="{84D792B7-0397-C047-AE12-1A03F7E3DC8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6C5317-E14C-8E61-2C1E-0430778E8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08250" y="6517634"/>
            <a:ext cx="2572870" cy="27432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514D0E-ED92-E1A4-0E78-546375A0A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1B47E35-6C3A-C32C-9037-4D421B7FAE15}"/>
              </a:ext>
            </a:extLst>
          </p:cNvPr>
          <p:cNvCxnSpPr>
            <a:cxnSpLocks/>
          </p:cNvCxnSpPr>
          <p:nvPr userDrawn="1"/>
        </p:nvCxnSpPr>
        <p:spPr>
          <a:xfrm>
            <a:off x="398366" y="1031955"/>
            <a:ext cx="113952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8DBFA4F-F38F-EF0F-7457-5210BB03F444}"/>
              </a:ext>
            </a:extLst>
          </p:cNvPr>
          <p:cNvCxnSpPr>
            <a:cxnSpLocks/>
          </p:cNvCxnSpPr>
          <p:nvPr userDrawn="1"/>
        </p:nvCxnSpPr>
        <p:spPr>
          <a:xfrm>
            <a:off x="0" y="6439485"/>
            <a:ext cx="12192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68DEE4A-F4AB-FB9A-FDD7-3AFBB5A2740B}"/>
              </a:ext>
            </a:extLst>
          </p:cNvPr>
          <p:cNvCxnSpPr>
            <a:cxnSpLocks/>
          </p:cNvCxnSpPr>
          <p:nvPr userDrawn="1"/>
        </p:nvCxnSpPr>
        <p:spPr>
          <a:xfrm flipV="1">
            <a:off x="398367" y="0"/>
            <a:ext cx="0" cy="685800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C921DE1-D458-FC03-01B4-9ECBDF8B6F27}"/>
              </a:ext>
            </a:extLst>
          </p:cNvPr>
          <p:cNvCxnSpPr>
            <a:cxnSpLocks/>
          </p:cNvCxnSpPr>
          <p:nvPr userDrawn="1"/>
        </p:nvCxnSpPr>
        <p:spPr>
          <a:xfrm flipV="1">
            <a:off x="11793633" y="0"/>
            <a:ext cx="0" cy="685800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4926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4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0BD26-4C3C-C934-E3C5-C4ABD369E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466344"/>
            <a:ext cx="3236976" cy="996696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CB1722C2-4C66-F8BA-B3DD-6199116EFB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936" y="1618488"/>
            <a:ext cx="1819656" cy="466344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EEF857FA-9C5E-BED3-1ABB-A734EE39340B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3584448" y="1618488"/>
            <a:ext cx="1819656" cy="466344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F990F14B-1D1F-AA8D-BB23-FA8F7EEF666B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6483096" y="1618488"/>
            <a:ext cx="1819656" cy="466344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7D1D0610-E513-F5EA-0393-622F692CA0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528048" y="1618488"/>
            <a:ext cx="1819656" cy="466344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68F906E4-47B1-BEE5-E30F-146C6869BF2D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630936" y="2414016"/>
            <a:ext cx="2167128" cy="310896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5C6EFDC5-2080-3126-AB93-FB89817B2C28}"/>
              </a:ext>
            </a:extLst>
          </p:cNvPr>
          <p:cNvSpPr>
            <a:spLocks noGrp="1"/>
          </p:cNvSpPr>
          <p:nvPr>
            <p:ph type="body" idx="19"/>
          </p:nvPr>
        </p:nvSpPr>
        <p:spPr>
          <a:xfrm>
            <a:off x="3584448" y="2414016"/>
            <a:ext cx="2167128" cy="310896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D6CD9CDA-E122-F6EB-30B5-26D7E17771AB}"/>
              </a:ext>
            </a:extLst>
          </p:cNvPr>
          <p:cNvSpPr>
            <a:spLocks noGrp="1"/>
          </p:cNvSpPr>
          <p:nvPr>
            <p:ph type="body" idx="20"/>
          </p:nvPr>
        </p:nvSpPr>
        <p:spPr>
          <a:xfrm>
            <a:off x="6483096" y="2414016"/>
            <a:ext cx="2167128" cy="310896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3BF37293-4E33-5570-29ED-04EB525DD19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28048" y="2414016"/>
            <a:ext cx="2167128" cy="310896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87F13219-232C-C38C-7D86-D48FAC7D8270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740664" y="2852928"/>
            <a:ext cx="1892808" cy="2715768"/>
          </a:xfrm>
          <a:solidFill>
            <a:schemeClr val="tx2">
              <a:lumMod val="60000"/>
              <a:lumOff val="40000"/>
            </a:schemeClr>
          </a:solidFill>
          <a:ln w="15875">
            <a:solidFill>
              <a:schemeClr val="accent1"/>
            </a:solidFill>
          </a:ln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33" name="Picture Placeholder 31">
            <a:extLst>
              <a:ext uri="{FF2B5EF4-FFF2-40B4-BE49-F238E27FC236}">
                <a16:creationId xmlns:a16="http://schemas.microsoft.com/office/drawing/2014/main" id="{F8C639A8-0897-2015-9829-94E98335DF21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3685032" y="2852928"/>
            <a:ext cx="1892808" cy="2715768"/>
          </a:xfrm>
          <a:solidFill>
            <a:schemeClr val="tx2">
              <a:lumMod val="60000"/>
              <a:lumOff val="40000"/>
            </a:schemeClr>
          </a:solidFill>
          <a:ln w="15875">
            <a:solidFill>
              <a:schemeClr val="accent1"/>
            </a:solidFill>
          </a:ln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34" name="Picture Placeholder 31">
            <a:extLst>
              <a:ext uri="{FF2B5EF4-FFF2-40B4-BE49-F238E27FC236}">
                <a16:creationId xmlns:a16="http://schemas.microsoft.com/office/drawing/2014/main" id="{6CBA6ABC-D5D1-9758-59EA-8DE549CC612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601968" y="2852928"/>
            <a:ext cx="1892808" cy="2715768"/>
          </a:xfrm>
          <a:solidFill>
            <a:schemeClr val="tx2">
              <a:lumMod val="60000"/>
              <a:lumOff val="40000"/>
            </a:schemeClr>
          </a:solidFill>
          <a:ln w="15875">
            <a:solidFill>
              <a:schemeClr val="accent1"/>
            </a:solidFill>
          </a:ln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36" name="Picture Placeholder 31">
            <a:extLst>
              <a:ext uri="{FF2B5EF4-FFF2-40B4-BE49-F238E27FC236}">
                <a16:creationId xmlns:a16="http://schemas.microsoft.com/office/drawing/2014/main" id="{40E68EB8-B0D8-E5D4-CE19-45219E4D7038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9546336" y="2852928"/>
            <a:ext cx="1892808" cy="2715768"/>
          </a:xfrm>
          <a:solidFill>
            <a:schemeClr val="tx2">
              <a:lumMod val="60000"/>
              <a:lumOff val="40000"/>
            </a:schemeClr>
          </a:solidFill>
          <a:ln w="15875">
            <a:solidFill>
              <a:schemeClr val="accent1"/>
            </a:solidFill>
          </a:ln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E26C148-CFEE-21C0-96F3-EBC299FD2285}"/>
              </a:ext>
            </a:extLst>
          </p:cNvPr>
          <p:cNvCxnSpPr>
            <a:cxnSpLocks/>
          </p:cNvCxnSpPr>
          <p:nvPr userDrawn="1"/>
        </p:nvCxnSpPr>
        <p:spPr>
          <a:xfrm>
            <a:off x="6585357" y="2355475"/>
            <a:ext cx="1925203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65BFA673-0676-EDA2-B7AA-6FA05B486C17}"/>
              </a:ext>
            </a:extLst>
          </p:cNvPr>
          <p:cNvCxnSpPr>
            <a:cxnSpLocks/>
          </p:cNvCxnSpPr>
          <p:nvPr userDrawn="1"/>
        </p:nvCxnSpPr>
        <p:spPr>
          <a:xfrm>
            <a:off x="9628632" y="2361693"/>
            <a:ext cx="1929384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75B0A4BB-506D-F90C-BF18-B86999FDC27A}"/>
              </a:ext>
            </a:extLst>
          </p:cNvPr>
          <p:cNvCxnSpPr>
            <a:cxnSpLocks/>
          </p:cNvCxnSpPr>
          <p:nvPr userDrawn="1"/>
        </p:nvCxnSpPr>
        <p:spPr>
          <a:xfrm>
            <a:off x="729735" y="2354726"/>
            <a:ext cx="1929384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1E4F1002-8ECA-FF8D-84D1-D74BB9C00127}"/>
              </a:ext>
            </a:extLst>
          </p:cNvPr>
          <p:cNvCxnSpPr>
            <a:cxnSpLocks/>
          </p:cNvCxnSpPr>
          <p:nvPr userDrawn="1"/>
        </p:nvCxnSpPr>
        <p:spPr>
          <a:xfrm>
            <a:off x="3672459" y="2349116"/>
            <a:ext cx="1929384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01ABA6-5EA3-1AE9-0825-523073F78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6640" y="6517634"/>
            <a:ext cx="950258" cy="2743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84D792B7-0397-C047-AE12-1A03F7E3DC8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6C5317-E14C-8E61-2C1E-0430778E8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08250" y="6517634"/>
            <a:ext cx="2572870" cy="2743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514D0E-ED92-E1A4-0E78-546375A0A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60493A2-A97C-AF3D-B912-358EF45F61BD}"/>
              </a:ext>
            </a:extLst>
          </p:cNvPr>
          <p:cNvCxnSpPr>
            <a:cxnSpLocks/>
          </p:cNvCxnSpPr>
          <p:nvPr userDrawn="1"/>
        </p:nvCxnSpPr>
        <p:spPr>
          <a:xfrm>
            <a:off x="3866404" y="929468"/>
            <a:ext cx="8325596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35BFB79-CBB3-07C6-9054-B6A67EB74CD0}"/>
              </a:ext>
            </a:extLst>
          </p:cNvPr>
          <p:cNvCxnSpPr>
            <a:cxnSpLocks/>
          </p:cNvCxnSpPr>
          <p:nvPr userDrawn="1"/>
        </p:nvCxnSpPr>
        <p:spPr>
          <a:xfrm>
            <a:off x="0" y="397080"/>
            <a:ext cx="1219200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2D070E1-5B92-2362-47F1-B8BCB4EFFA48}"/>
              </a:ext>
            </a:extLst>
          </p:cNvPr>
          <p:cNvCxnSpPr>
            <a:cxnSpLocks/>
          </p:cNvCxnSpPr>
          <p:nvPr userDrawn="1"/>
        </p:nvCxnSpPr>
        <p:spPr>
          <a:xfrm>
            <a:off x="0" y="6439485"/>
            <a:ext cx="1219200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69301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8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0BD26-4C3C-C934-E3C5-C4ABD369E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9112" y="192024"/>
            <a:ext cx="8165592" cy="722376"/>
          </a:xfrm>
        </p:spPr>
        <p:txBody>
          <a:bodyPr/>
          <a:lstStyle>
            <a:lvl1pPr algn="ctr"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87F13219-232C-C38C-7D86-D48FAC7D8270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1101852" y="1261872"/>
            <a:ext cx="1609344" cy="1609344"/>
          </a:xfrm>
          <a:solidFill>
            <a:schemeClr val="tx2">
              <a:lumMod val="60000"/>
              <a:lumOff val="40000"/>
            </a:schemeClr>
          </a:solidFill>
          <a:ln w="15875">
            <a:solidFill>
              <a:schemeClr val="bg1"/>
            </a:solidFill>
          </a:ln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CB1722C2-4C66-F8BA-B3DD-6199116EFB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92124" y="2889504"/>
            <a:ext cx="1828800" cy="310896"/>
          </a:xfrm>
        </p:spPr>
        <p:txBody>
          <a:bodyPr lIns="0" r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68F906E4-47B1-BEE5-E30F-146C6869BF2D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1060704" y="3154680"/>
            <a:ext cx="1691640" cy="466344"/>
          </a:xfrm>
          <a:solidFill>
            <a:schemeClr val="accent2"/>
          </a:solidFill>
        </p:spPr>
        <p:txBody>
          <a:bodyPr lIns="0" r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1" name="Picture Placeholder 31">
            <a:extLst>
              <a:ext uri="{FF2B5EF4-FFF2-40B4-BE49-F238E27FC236}">
                <a16:creationId xmlns:a16="http://schemas.microsoft.com/office/drawing/2014/main" id="{19E34216-9950-3FAF-F3B8-AB91DE92628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1101852" y="3877056"/>
            <a:ext cx="1609344" cy="1609344"/>
          </a:xfrm>
          <a:solidFill>
            <a:schemeClr val="tx2">
              <a:lumMod val="60000"/>
              <a:lumOff val="40000"/>
            </a:schemeClr>
          </a:solidFill>
          <a:ln w="15875">
            <a:solidFill>
              <a:schemeClr val="bg1"/>
            </a:solidFill>
          </a:ln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45" name="Text Placeholder 2">
            <a:extLst>
              <a:ext uri="{FF2B5EF4-FFF2-40B4-BE49-F238E27FC236}">
                <a16:creationId xmlns:a16="http://schemas.microsoft.com/office/drawing/2014/main" id="{C3F46F42-C5D7-B0CE-E3C5-46117B70A93B}"/>
              </a:ext>
            </a:extLst>
          </p:cNvPr>
          <p:cNvSpPr>
            <a:spLocks noGrp="1"/>
          </p:cNvSpPr>
          <p:nvPr>
            <p:ph type="body" idx="35"/>
          </p:nvPr>
        </p:nvSpPr>
        <p:spPr>
          <a:xfrm>
            <a:off x="978408" y="5477256"/>
            <a:ext cx="1856232" cy="310896"/>
          </a:xfrm>
        </p:spPr>
        <p:txBody>
          <a:bodyPr lIns="0" r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1" name="Text Placeholder 2">
            <a:extLst>
              <a:ext uri="{FF2B5EF4-FFF2-40B4-BE49-F238E27FC236}">
                <a16:creationId xmlns:a16="http://schemas.microsoft.com/office/drawing/2014/main" id="{F01F58CE-C433-DC58-1D16-405DC2D82D88}"/>
              </a:ext>
            </a:extLst>
          </p:cNvPr>
          <p:cNvSpPr>
            <a:spLocks noGrp="1"/>
          </p:cNvSpPr>
          <p:nvPr>
            <p:ph type="body" idx="31"/>
          </p:nvPr>
        </p:nvSpPr>
        <p:spPr>
          <a:xfrm>
            <a:off x="1060704" y="5760720"/>
            <a:ext cx="1691640" cy="466344"/>
          </a:xfrm>
          <a:solidFill>
            <a:schemeClr val="accent2"/>
          </a:solidFill>
        </p:spPr>
        <p:txBody>
          <a:bodyPr lIns="0" r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3" name="Picture Placeholder 31">
            <a:extLst>
              <a:ext uri="{FF2B5EF4-FFF2-40B4-BE49-F238E27FC236}">
                <a16:creationId xmlns:a16="http://schemas.microsoft.com/office/drawing/2014/main" id="{F8C639A8-0897-2015-9829-94E98335DF21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3962764" y="1261872"/>
            <a:ext cx="1609344" cy="1609344"/>
          </a:xfrm>
          <a:solidFill>
            <a:schemeClr val="tx2">
              <a:lumMod val="60000"/>
              <a:lumOff val="40000"/>
            </a:schemeClr>
          </a:solidFill>
          <a:ln w="15875">
            <a:solidFill>
              <a:schemeClr val="bg1"/>
            </a:solidFill>
          </a:ln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EEF857FA-9C5E-BED3-1ABB-A734EE39340B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3853036" y="2889504"/>
            <a:ext cx="1828800" cy="310896"/>
          </a:xfrm>
        </p:spPr>
        <p:txBody>
          <a:bodyPr lIns="0" r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5C6EFDC5-2080-3126-AB93-FB89817B2C28}"/>
              </a:ext>
            </a:extLst>
          </p:cNvPr>
          <p:cNvSpPr>
            <a:spLocks noGrp="1"/>
          </p:cNvSpPr>
          <p:nvPr>
            <p:ph type="body" idx="19"/>
          </p:nvPr>
        </p:nvSpPr>
        <p:spPr>
          <a:xfrm>
            <a:off x="3921616" y="3154680"/>
            <a:ext cx="1691640" cy="466344"/>
          </a:xfrm>
          <a:solidFill>
            <a:schemeClr val="accent2"/>
          </a:solidFill>
        </p:spPr>
        <p:txBody>
          <a:bodyPr lIns="0" r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5" name="Picture Placeholder 31">
            <a:extLst>
              <a:ext uri="{FF2B5EF4-FFF2-40B4-BE49-F238E27FC236}">
                <a16:creationId xmlns:a16="http://schemas.microsoft.com/office/drawing/2014/main" id="{D8E671C2-9C83-AF2B-0C7A-D8CE14204636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3962764" y="3877056"/>
            <a:ext cx="1609344" cy="1609344"/>
          </a:xfrm>
          <a:solidFill>
            <a:schemeClr val="tx2">
              <a:lumMod val="60000"/>
              <a:lumOff val="40000"/>
            </a:schemeClr>
          </a:solidFill>
          <a:ln w="15875">
            <a:solidFill>
              <a:schemeClr val="bg1"/>
            </a:solidFill>
          </a:ln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47" name="Text Placeholder 2">
            <a:extLst>
              <a:ext uri="{FF2B5EF4-FFF2-40B4-BE49-F238E27FC236}">
                <a16:creationId xmlns:a16="http://schemas.microsoft.com/office/drawing/2014/main" id="{1E0C8150-95EC-3B89-D427-0C4AD56ABB9E}"/>
              </a:ext>
            </a:extLst>
          </p:cNvPr>
          <p:cNvSpPr>
            <a:spLocks noGrp="1"/>
          </p:cNvSpPr>
          <p:nvPr>
            <p:ph type="body" idx="37"/>
          </p:nvPr>
        </p:nvSpPr>
        <p:spPr>
          <a:xfrm>
            <a:off x="3839320" y="5477256"/>
            <a:ext cx="1856232" cy="310896"/>
          </a:xfrm>
        </p:spPr>
        <p:txBody>
          <a:bodyPr lIns="0" r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8B6CA730-8E8F-2283-CFDB-358748B1ED30}"/>
              </a:ext>
            </a:extLst>
          </p:cNvPr>
          <p:cNvSpPr>
            <a:spLocks noGrp="1"/>
          </p:cNvSpPr>
          <p:nvPr>
            <p:ph type="body" idx="33"/>
          </p:nvPr>
        </p:nvSpPr>
        <p:spPr>
          <a:xfrm>
            <a:off x="3921616" y="5760720"/>
            <a:ext cx="1691640" cy="466344"/>
          </a:xfrm>
          <a:solidFill>
            <a:schemeClr val="accent2"/>
          </a:solidFill>
        </p:spPr>
        <p:txBody>
          <a:bodyPr lIns="0" r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4" name="Picture Placeholder 31">
            <a:extLst>
              <a:ext uri="{FF2B5EF4-FFF2-40B4-BE49-F238E27FC236}">
                <a16:creationId xmlns:a16="http://schemas.microsoft.com/office/drawing/2014/main" id="{6CBA6ABC-D5D1-9758-59EA-8DE549CC612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841853" y="1261872"/>
            <a:ext cx="1609344" cy="1609344"/>
          </a:xfrm>
          <a:solidFill>
            <a:schemeClr val="tx2">
              <a:lumMod val="60000"/>
              <a:lumOff val="40000"/>
            </a:schemeClr>
          </a:solidFill>
          <a:ln w="15875">
            <a:solidFill>
              <a:schemeClr val="bg1"/>
            </a:solidFill>
          </a:ln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F990F14B-1D1F-AA8D-BB23-FA8F7EEF666B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6732125" y="2889504"/>
            <a:ext cx="1828800" cy="310896"/>
          </a:xfrm>
        </p:spPr>
        <p:txBody>
          <a:bodyPr lIns="0" r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D6CD9CDA-E122-F6EB-30B5-26D7E17771AB}"/>
              </a:ext>
            </a:extLst>
          </p:cNvPr>
          <p:cNvSpPr>
            <a:spLocks noGrp="1"/>
          </p:cNvSpPr>
          <p:nvPr>
            <p:ph type="body" idx="20"/>
          </p:nvPr>
        </p:nvSpPr>
        <p:spPr>
          <a:xfrm>
            <a:off x="6800705" y="3154680"/>
            <a:ext cx="1691640" cy="466344"/>
          </a:xfrm>
          <a:solidFill>
            <a:schemeClr val="accent2"/>
          </a:solidFill>
        </p:spPr>
        <p:txBody>
          <a:bodyPr lIns="0" r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8" name="Picture Placeholder 31">
            <a:extLst>
              <a:ext uri="{FF2B5EF4-FFF2-40B4-BE49-F238E27FC236}">
                <a16:creationId xmlns:a16="http://schemas.microsoft.com/office/drawing/2014/main" id="{385AF281-7DED-566C-E62C-76BBF2A795A8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6841853" y="3877056"/>
            <a:ext cx="1609344" cy="1609344"/>
          </a:xfrm>
          <a:solidFill>
            <a:schemeClr val="tx2">
              <a:lumMod val="60000"/>
              <a:lumOff val="40000"/>
            </a:schemeClr>
          </a:solidFill>
          <a:ln w="15875">
            <a:solidFill>
              <a:schemeClr val="bg1"/>
            </a:solidFill>
          </a:ln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48" name="Text Placeholder 2">
            <a:extLst>
              <a:ext uri="{FF2B5EF4-FFF2-40B4-BE49-F238E27FC236}">
                <a16:creationId xmlns:a16="http://schemas.microsoft.com/office/drawing/2014/main" id="{D1C2E707-78B6-51F1-8B2D-EA2147D58C21}"/>
              </a:ext>
            </a:extLst>
          </p:cNvPr>
          <p:cNvSpPr>
            <a:spLocks noGrp="1"/>
          </p:cNvSpPr>
          <p:nvPr>
            <p:ph type="body" idx="38"/>
          </p:nvPr>
        </p:nvSpPr>
        <p:spPr>
          <a:xfrm>
            <a:off x="6718409" y="5477256"/>
            <a:ext cx="1856232" cy="310896"/>
          </a:xfrm>
        </p:spPr>
        <p:txBody>
          <a:bodyPr lIns="0" r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4" name="Text Placeholder 2">
            <a:extLst>
              <a:ext uri="{FF2B5EF4-FFF2-40B4-BE49-F238E27FC236}">
                <a16:creationId xmlns:a16="http://schemas.microsoft.com/office/drawing/2014/main" id="{9E91D85A-CBAB-980E-5BD9-3BCF8CEAC7EA}"/>
              </a:ext>
            </a:extLst>
          </p:cNvPr>
          <p:cNvSpPr>
            <a:spLocks noGrp="1"/>
          </p:cNvSpPr>
          <p:nvPr>
            <p:ph type="body" idx="34"/>
          </p:nvPr>
        </p:nvSpPr>
        <p:spPr>
          <a:xfrm>
            <a:off x="6800705" y="5760720"/>
            <a:ext cx="1691640" cy="466344"/>
          </a:xfrm>
          <a:solidFill>
            <a:schemeClr val="accent2"/>
          </a:solidFill>
        </p:spPr>
        <p:txBody>
          <a:bodyPr lIns="0" r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6" name="Picture Placeholder 31">
            <a:extLst>
              <a:ext uri="{FF2B5EF4-FFF2-40B4-BE49-F238E27FC236}">
                <a16:creationId xmlns:a16="http://schemas.microsoft.com/office/drawing/2014/main" id="{40E68EB8-B0D8-E5D4-CE19-45219E4D7038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9685057" y="1261872"/>
            <a:ext cx="1609344" cy="1609344"/>
          </a:xfrm>
          <a:solidFill>
            <a:schemeClr val="tx2">
              <a:lumMod val="60000"/>
              <a:lumOff val="40000"/>
            </a:schemeClr>
          </a:solidFill>
          <a:ln w="15875">
            <a:solidFill>
              <a:schemeClr val="bg1"/>
            </a:solidFill>
          </a:ln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7D1D0610-E513-F5EA-0393-622F692CA0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575329" y="2889504"/>
            <a:ext cx="1828800" cy="310896"/>
          </a:xfrm>
        </p:spPr>
        <p:txBody>
          <a:bodyPr lIns="0" r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3BF37293-4E33-5570-29ED-04EB525DD19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643909" y="3154680"/>
            <a:ext cx="1691640" cy="466344"/>
          </a:xfrm>
          <a:solidFill>
            <a:schemeClr val="accent2"/>
          </a:solidFill>
        </p:spPr>
        <p:txBody>
          <a:bodyPr lIns="0" r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0" name="Picture Placeholder 31">
            <a:extLst>
              <a:ext uri="{FF2B5EF4-FFF2-40B4-BE49-F238E27FC236}">
                <a16:creationId xmlns:a16="http://schemas.microsoft.com/office/drawing/2014/main" id="{5993608C-B818-3AD4-B4D3-28D2DF627D0D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9685057" y="3877056"/>
            <a:ext cx="1609344" cy="1609344"/>
          </a:xfrm>
          <a:solidFill>
            <a:schemeClr val="tx2">
              <a:lumMod val="60000"/>
              <a:lumOff val="40000"/>
            </a:schemeClr>
          </a:solidFill>
          <a:ln w="15875">
            <a:solidFill>
              <a:schemeClr val="bg1"/>
            </a:solidFill>
          </a:ln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46" name="Text Placeholder 4">
            <a:extLst>
              <a:ext uri="{FF2B5EF4-FFF2-40B4-BE49-F238E27FC236}">
                <a16:creationId xmlns:a16="http://schemas.microsoft.com/office/drawing/2014/main" id="{0E307E95-A0E7-5F5C-DFF3-F33EF29FFC32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9561613" y="5477256"/>
            <a:ext cx="1856232" cy="310896"/>
          </a:xfrm>
        </p:spPr>
        <p:txBody>
          <a:bodyPr lIns="0" r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2" name="Text Placeholder 4">
            <a:extLst>
              <a:ext uri="{FF2B5EF4-FFF2-40B4-BE49-F238E27FC236}">
                <a16:creationId xmlns:a16="http://schemas.microsoft.com/office/drawing/2014/main" id="{93D6B271-D0F0-7CDA-BE9D-BD03B6C47BAB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9643909" y="5760720"/>
            <a:ext cx="1691640" cy="466344"/>
          </a:xfrm>
          <a:solidFill>
            <a:schemeClr val="accent2"/>
          </a:solidFill>
        </p:spPr>
        <p:txBody>
          <a:bodyPr lIns="0" r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01ABA6-5EA3-1AE9-0825-523073F78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6640" y="6517634"/>
            <a:ext cx="950258" cy="2743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84D792B7-0397-C047-AE12-1A03F7E3DC8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6C5317-E14C-8E61-2C1E-0430778E8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08250" y="6517634"/>
            <a:ext cx="2572870" cy="2743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514D0E-ED92-E1A4-0E78-546375A0A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B211C01-E0D3-34B5-C635-7ED6C7C89E9C}"/>
              </a:ext>
            </a:extLst>
          </p:cNvPr>
          <p:cNvCxnSpPr>
            <a:cxnSpLocks/>
          </p:cNvCxnSpPr>
          <p:nvPr userDrawn="1"/>
        </p:nvCxnSpPr>
        <p:spPr>
          <a:xfrm>
            <a:off x="0" y="3300220"/>
            <a:ext cx="1219200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D4CCE68-630E-A4CE-AF43-3FB81EADDF21}"/>
              </a:ext>
            </a:extLst>
          </p:cNvPr>
          <p:cNvCxnSpPr>
            <a:cxnSpLocks/>
          </p:cNvCxnSpPr>
          <p:nvPr userDrawn="1"/>
        </p:nvCxnSpPr>
        <p:spPr>
          <a:xfrm>
            <a:off x="398366" y="1042465"/>
            <a:ext cx="11395267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40AA902-F568-9A37-2C1B-1E3659DBE780}"/>
              </a:ext>
            </a:extLst>
          </p:cNvPr>
          <p:cNvCxnSpPr>
            <a:cxnSpLocks/>
          </p:cNvCxnSpPr>
          <p:nvPr userDrawn="1"/>
        </p:nvCxnSpPr>
        <p:spPr>
          <a:xfrm flipV="1">
            <a:off x="398367" y="0"/>
            <a:ext cx="0" cy="685800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94CF9AA-8029-6D34-457C-9FC583E8DFD4}"/>
              </a:ext>
            </a:extLst>
          </p:cNvPr>
          <p:cNvCxnSpPr>
            <a:cxnSpLocks/>
          </p:cNvCxnSpPr>
          <p:nvPr userDrawn="1"/>
        </p:nvCxnSpPr>
        <p:spPr>
          <a:xfrm flipV="1">
            <a:off x="11793633" y="0"/>
            <a:ext cx="0" cy="685800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4CAFEB8-8359-AC67-8760-CFF0FC604D80}"/>
              </a:ext>
            </a:extLst>
          </p:cNvPr>
          <p:cNvCxnSpPr>
            <a:cxnSpLocks/>
          </p:cNvCxnSpPr>
          <p:nvPr userDrawn="1"/>
        </p:nvCxnSpPr>
        <p:spPr>
          <a:xfrm>
            <a:off x="0" y="6439485"/>
            <a:ext cx="1219200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67E393C7-F0CA-6CFE-7A57-82D059DF9D96}"/>
              </a:ext>
            </a:extLst>
          </p:cNvPr>
          <p:cNvCxnSpPr>
            <a:cxnSpLocks/>
          </p:cNvCxnSpPr>
          <p:nvPr userDrawn="1"/>
        </p:nvCxnSpPr>
        <p:spPr>
          <a:xfrm>
            <a:off x="0" y="5915157"/>
            <a:ext cx="1219200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29725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0BD26-4C3C-C934-E3C5-C4ABD369E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1832" y="1005840"/>
            <a:ext cx="7187184" cy="4251960"/>
          </a:xfrm>
        </p:spPr>
        <p:txBody>
          <a:bodyPr anchor="b"/>
          <a:lstStyle>
            <a:lvl1pPr>
              <a:lnSpc>
                <a:spcPct val="100000"/>
              </a:lnSpc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9" name="Subtitle 2">
            <a:extLst>
              <a:ext uri="{FF2B5EF4-FFF2-40B4-BE49-F238E27FC236}">
                <a16:creationId xmlns:a16="http://schemas.microsoft.com/office/drawing/2014/main" id="{BE3754CA-7CD5-66C6-9A94-42B6D2AEC1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1832" y="5312664"/>
            <a:ext cx="2889504" cy="365760"/>
          </a:xfrm>
          <a:solidFill>
            <a:schemeClr val="accent3"/>
          </a:solidFill>
        </p:spPr>
        <p:txBody>
          <a:bodyPr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  <a:latin typeface="Gill Sans Nova Light" panose="020B030202010402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7150B01-E47B-1FE6-D289-46641618F64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937714" y="1028362"/>
            <a:ext cx="2451100" cy="4800597"/>
          </a:xfrm>
          <a:ln w="15875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800"/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01ABA6-5EA3-1AE9-0825-523073F78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6640" y="6517634"/>
            <a:ext cx="950258" cy="2743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4D792B7-0397-C047-AE12-1A03F7E3DC8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6C5317-E14C-8E61-2C1E-0430778E8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08250" y="6517634"/>
            <a:ext cx="2572870" cy="2743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514D0E-ED92-E1A4-0E78-546375A0A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2C5A325-67B4-EB21-61D9-11A62C1149D0}"/>
              </a:ext>
            </a:extLst>
          </p:cNvPr>
          <p:cNvCxnSpPr>
            <a:cxnSpLocks/>
          </p:cNvCxnSpPr>
          <p:nvPr userDrawn="1"/>
        </p:nvCxnSpPr>
        <p:spPr>
          <a:xfrm>
            <a:off x="0" y="395159"/>
            <a:ext cx="12192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966DF71-8DDC-0AE8-6067-6C8BDF66AEE6}"/>
              </a:ext>
            </a:extLst>
          </p:cNvPr>
          <p:cNvCxnSpPr>
            <a:cxnSpLocks/>
          </p:cNvCxnSpPr>
          <p:nvPr userDrawn="1"/>
        </p:nvCxnSpPr>
        <p:spPr>
          <a:xfrm>
            <a:off x="0" y="6439485"/>
            <a:ext cx="12192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D53E1C8-4CA4-75B1-C371-4A379986E7A8}"/>
              </a:ext>
            </a:extLst>
          </p:cNvPr>
          <p:cNvCxnSpPr>
            <a:cxnSpLocks/>
          </p:cNvCxnSpPr>
          <p:nvPr userDrawn="1"/>
        </p:nvCxnSpPr>
        <p:spPr>
          <a:xfrm flipV="1">
            <a:off x="398367" y="0"/>
            <a:ext cx="0" cy="685800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74A3361-4A2D-2ED2-946A-46EA9B3FCC96}"/>
              </a:ext>
            </a:extLst>
          </p:cNvPr>
          <p:cNvCxnSpPr>
            <a:cxnSpLocks/>
          </p:cNvCxnSpPr>
          <p:nvPr userDrawn="1"/>
        </p:nvCxnSpPr>
        <p:spPr>
          <a:xfrm flipV="1">
            <a:off x="11793633" y="0"/>
            <a:ext cx="0" cy="685800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9A1A3AD-F519-2787-F127-4698F8E5CA39}"/>
              </a:ext>
            </a:extLst>
          </p:cNvPr>
          <p:cNvCxnSpPr>
            <a:cxnSpLocks/>
          </p:cNvCxnSpPr>
          <p:nvPr userDrawn="1"/>
        </p:nvCxnSpPr>
        <p:spPr>
          <a:xfrm>
            <a:off x="0" y="5516519"/>
            <a:ext cx="9144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65322AF-E7A0-773B-0886-72337FA4AC8E}"/>
              </a:ext>
            </a:extLst>
          </p:cNvPr>
          <p:cNvCxnSpPr>
            <a:cxnSpLocks/>
            <a:stCxn id="19" idx="3"/>
          </p:cNvCxnSpPr>
          <p:nvPr userDrawn="1"/>
        </p:nvCxnSpPr>
        <p:spPr>
          <a:xfrm>
            <a:off x="3831336" y="5495544"/>
            <a:ext cx="8360664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1443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ltiple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5CCC7076-FFA4-750E-431A-0BE2B1B6F2EB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547796" y="1652080"/>
            <a:ext cx="4406901" cy="3124681"/>
          </a:xfrm>
          <a:ln w="15875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800"/>
            </a:lvl1pPr>
          </a:lstStyle>
          <a:p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BF410FA-6919-A95F-E465-F3650BC704A5}"/>
              </a:ext>
            </a:extLst>
          </p:cNvPr>
          <p:cNvCxnSpPr>
            <a:cxnSpLocks/>
          </p:cNvCxnSpPr>
          <p:nvPr userDrawn="1"/>
        </p:nvCxnSpPr>
        <p:spPr>
          <a:xfrm>
            <a:off x="0" y="1037308"/>
            <a:ext cx="12192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56D016C-FD2C-0B4B-A727-8A7CAF4A9846}"/>
              </a:ext>
            </a:extLst>
          </p:cNvPr>
          <p:cNvCxnSpPr>
            <a:cxnSpLocks/>
          </p:cNvCxnSpPr>
          <p:nvPr userDrawn="1"/>
        </p:nvCxnSpPr>
        <p:spPr>
          <a:xfrm flipV="1">
            <a:off x="5476731" y="1037308"/>
            <a:ext cx="0" cy="5402177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A79FE8F-AD7E-5CA6-4AC2-165DA0C9BEF5}"/>
              </a:ext>
            </a:extLst>
          </p:cNvPr>
          <p:cNvCxnSpPr>
            <a:cxnSpLocks/>
          </p:cNvCxnSpPr>
          <p:nvPr userDrawn="1"/>
        </p:nvCxnSpPr>
        <p:spPr>
          <a:xfrm flipV="1">
            <a:off x="8792556" y="1027906"/>
            <a:ext cx="0" cy="5411579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1AA6A48-79F7-A000-AA19-3EB390EBAFAF}"/>
              </a:ext>
            </a:extLst>
          </p:cNvPr>
          <p:cNvCxnSpPr>
            <a:cxnSpLocks/>
          </p:cNvCxnSpPr>
          <p:nvPr userDrawn="1"/>
        </p:nvCxnSpPr>
        <p:spPr>
          <a:xfrm>
            <a:off x="5476731" y="3833413"/>
            <a:ext cx="671526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D2FB9E0-941D-A849-6C69-C8A3BDD784D2}"/>
              </a:ext>
            </a:extLst>
          </p:cNvPr>
          <p:cNvCxnSpPr>
            <a:cxnSpLocks/>
          </p:cNvCxnSpPr>
          <p:nvPr userDrawn="1"/>
        </p:nvCxnSpPr>
        <p:spPr>
          <a:xfrm>
            <a:off x="0" y="6439485"/>
            <a:ext cx="12192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95A0BD26-4C3C-C934-E3C5-C4ABD369E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868" y="54864"/>
            <a:ext cx="11256264" cy="969264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3F374C-57DC-E207-D494-6986428A2D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23483" y="1802860"/>
            <a:ext cx="2843784" cy="182734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514D0E-ED92-E1A4-0E78-546375A0A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6C5317-E14C-8E61-2C1E-0430778E8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08250" y="6517634"/>
            <a:ext cx="2572870" cy="274320"/>
          </a:xfrm>
          <a:prstGeom prst="rect">
            <a:avLst/>
          </a:prstGeo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01ABA6-5EA3-1AE9-0825-523073F78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6640" y="6517634"/>
            <a:ext cx="950258" cy="274320"/>
          </a:xfrm>
          <a:prstGeom prst="rect">
            <a:avLst/>
          </a:prstGeom>
        </p:spPr>
        <p:txBody>
          <a:bodyPr/>
          <a:lstStyle/>
          <a:p>
            <a:fld id="{84D792B7-0397-C047-AE12-1A03F7E3DC8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F9E7CC0C-0A82-6C16-C499-CE38E6A5E1A6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5634474" y="1802860"/>
            <a:ext cx="2843784" cy="182734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57CEC54D-1FD6-3F78-8B9D-D145F9B1C3F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634474" y="1279472"/>
            <a:ext cx="2843784" cy="466344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A61EC6ED-86B0-89B9-F4F3-A17A7F150D1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023483" y="1278001"/>
            <a:ext cx="2843784" cy="466344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3D51AA82-3529-805D-5461-E1C5DC523EBF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9023483" y="4599432"/>
            <a:ext cx="2843784" cy="164595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4" name="Content Placeholder 2">
            <a:extLst>
              <a:ext uri="{FF2B5EF4-FFF2-40B4-BE49-F238E27FC236}">
                <a16:creationId xmlns:a16="http://schemas.microsoft.com/office/drawing/2014/main" id="{52A58E13-B509-86DD-D9FA-FE6B76B706CE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5634474" y="4599432"/>
            <a:ext cx="2843784" cy="164595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5" name="Text Placeholder 30">
            <a:extLst>
              <a:ext uri="{FF2B5EF4-FFF2-40B4-BE49-F238E27FC236}">
                <a16:creationId xmlns:a16="http://schemas.microsoft.com/office/drawing/2014/main" id="{D3275BA4-1A29-81A8-890F-A2019D6AD1A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634474" y="4078224"/>
            <a:ext cx="2843784" cy="466344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6" name="Text Placeholder 30">
            <a:extLst>
              <a:ext uri="{FF2B5EF4-FFF2-40B4-BE49-F238E27FC236}">
                <a16:creationId xmlns:a16="http://schemas.microsoft.com/office/drawing/2014/main" id="{97742C31-A952-F092-74D6-5D432DBE495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023483" y="4078224"/>
            <a:ext cx="2843784" cy="466344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1" name="Content Placeholder 2">
            <a:extLst>
              <a:ext uri="{FF2B5EF4-FFF2-40B4-BE49-F238E27FC236}">
                <a16:creationId xmlns:a16="http://schemas.microsoft.com/office/drawing/2014/main" id="{1AF03A42-3FAC-6EF4-3C19-01EADE20F3D9}"/>
              </a:ext>
            </a:extLst>
          </p:cNvPr>
          <p:cNvSpPr>
            <a:spLocks noGrp="1"/>
          </p:cNvSpPr>
          <p:nvPr>
            <p:ph idx="21"/>
          </p:nvPr>
        </p:nvSpPr>
        <p:spPr>
          <a:xfrm>
            <a:off x="1207008" y="5788152"/>
            <a:ext cx="3858768" cy="532461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2" name="Text Placeholder 30">
            <a:extLst>
              <a:ext uri="{FF2B5EF4-FFF2-40B4-BE49-F238E27FC236}">
                <a16:creationId xmlns:a16="http://schemas.microsoft.com/office/drawing/2014/main" id="{D4A2DF13-0ACD-F5E4-200D-EF0469F75D0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207008" y="5266944"/>
            <a:ext cx="3858768" cy="466344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7B805FCC-6D7A-F1CC-3B04-A84A068DBB1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1695176" y="3310128"/>
            <a:ext cx="292608" cy="292608"/>
          </a:xfrm>
          <a:prstGeom prst="ellipse">
            <a:avLst/>
          </a:prstGeom>
          <a:ln w="15875">
            <a:solidFill>
              <a:schemeClr val="tx1"/>
            </a:solidFill>
          </a:ln>
        </p:spPr>
        <p:txBody>
          <a:bodyPr lIns="0" tIns="0" rIns="0" bIns="0" anchor="ctr"/>
          <a:lstStyle>
            <a:lvl1pPr marL="0" indent="0" algn="ctr">
              <a:buNone/>
              <a:defRPr sz="1600">
                <a:latin typeface="+mj-lt"/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45" name="Text Placeholder 43">
            <a:extLst>
              <a:ext uri="{FF2B5EF4-FFF2-40B4-BE49-F238E27FC236}">
                <a16:creationId xmlns:a16="http://schemas.microsoft.com/office/drawing/2014/main" id="{FEE3F2FF-41FC-A05B-F6EB-A97A7D1B064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1695176" y="5897880"/>
            <a:ext cx="292608" cy="292608"/>
          </a:xfrm>
          <a:prstGeom prst="ellipse">
            <a:avLst/>
          </a:prstGeom>
          <a:ln w="15875">
            <a:solidFill>
              <a:schemeClr val="tx1"/>
            </a:solidFill>
          </a:ln>
        </p:spPr>
        <p:txBody>
          <a:bodyPr lIns="0" tIns="0" rIns="0" bIns="0" anchor="ctr"/>
          <a:lstStyle>
            <a:lvl1pPr marL="0" indent="0" algn="ctr">
              <a:buNone/>
              <a:defRPr sz="1600">
                <a:latin typeface="+mj-lt"/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46" name="Text Placeholder 43">
            <a:extLst>
              <a:ext uri="{FF2B5EF4-FFF2-40B4-BE49-F238E27FC236}">
                <a16:creationId xmlns:a16="http://schemas.microsoft.com/office/drawing/2014/main" id="{271E6249-39AB-A674-474B-129F0FC28F0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293608" y="3310128"/>
            <a:ext cx="292608" cy="292608"/>
          </a:xfrm>
          <a:prstGeom prst="ellipse">
            <a:avLst/>
          </a:prstGeom>
          <a:ln w="15875">
            <a:solidFill>
              <a:schemeClr val="tx1"/>
            </a:solidFill>
          </a:ln>
        </p:spPr>
        <p:txBody>
          <a:bodyPr lIns="0" tIns="0" rIns="0" bIns="0" anchor="ctr"/>
          <a:lstStyle>
            <a:lvl1pPr marL="0" indent="0" algn="ctr">
              <a:buNone/>
              <a:defRPr sz="1600">
                <a:latin typeface="+mj-lt"/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47" name="Text Placeholder 43">
            <a:extLst>
              <a:ext uri="{FF2B5EF4-FFF2-40B4-BE49-F238E27FC236}">
                <a16:creationId xmlns:a16="http://schemas.microsoft.com/office/drawing/2014/main" id="{1743218C-8B3C-DC33-5CD2-D82FA77A522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293608" y="5897880"/>
            <a:ext cx="292608" cy="292608"/>
          </a:xfrm>
          <a:prstGeom prst="ellipse">
            <a:avLst/>
          </a:prstGeom>
          <a:ln w="15875">
            <a:solidFill>
              <a:schemeClr val="tx1"/>
            </a:solidFill>
          </a:ln>
        </p:spPr>
        <p:txBody>
          <a:bodyPr lIns="0" tIns="0" rIns="0" bIns="0" anchor="ctr"/>
          <a:lstStyle>
            <a:lvl1pPr marL="0" indent="0" algn="ctr">
              <a:buNone/>
              <a:defRPr sz="1600">
                <a:latin typeface="+mj-lt"/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48" name="Text Placeholder 43">
            <a:extLst>
              <a:ext uri="{FF2B5EF4-FFF2-40B4-BE49-F238E27FC236}">
                <a16:creationId xmlns:a16="http://schemas.microsoft.com/office/drawing/2014/main" id="{6018CAD3-E7B7-16B7-5631-0C3F7C38C53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48640" y="5330952"/>
            <a:ext cx="512064" cy="512064"/>
          </a:xfrm>
          <a:prstGeom prst="ellipse">
            <a:avLst/>
          </a:prstGeom>
          <a:ln w="15875">
            <a:solidFill>
              <a:schemeClr val="tx1"/>
            </a:solidFill>
          </a:ln>
        </p:spPr>
        <p:txBody>
          <a:bodyPr lIns="0" tIns="0" rIns="0" bIns="0" anchor="ctr"/>
          <a:lstStyle>
            <a:lvl1pPr marL="0" indent="0" algn="ctr">
              <a:buNone/>
              <a:defRPr sz="1600">
                <a:latin typeface="+mj-lt"/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6540595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FEDE488-304D-8F7B-7181-CB5794855926}"/>
              </a:ext>
            </a:extLst>
          </p:cNvPr>
          <p:cNvCxnSpPr>
            <a:cxnSpLocks/>
          </p:cNvCxnSpPr>
          <p:nvPr userDrawn="1"/>
        </p:nvCxnSpPr>
        <p:spPr>
          <a:xfrm>
            <a:off x="1565155" y="1983947"/>
            <a:ext cx="10626845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95A0BD26-4C3C-C934-E3C5-C4ABD369E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73152"/>
            <a:ext cx="3227832" cy="969264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87F13219-232C-C38C-7D86-D48FAC7D8270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94360" y="1481328"/>
            <a:ext cx="969264" cy="969264"/>
          </a:xfrm>
          <a:solidFill>
            <a:schemeClr val="tx2">
              <a:lumMod val="60000"/>
              <a:lumOff val="40000"/>
            </a:schemeClr>
          </a:solidFill>
          <a:ln w="15875">
            <a:solidFill>
              <a:schemeClr val="accent1"/>
            </a:solidFill>
          </a:ln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CB1722C2-4C66-F8BA-B3DD-6199116EFB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2064" y="2743200"/>
            <a:ext cx="1389888" cy="466344"/>
          </a:xfr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68F906E4-47B1-BEE5-E30F-146C6869BF2D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512064" y="3218688"/>
            <a:ext cx="1801368" cy="1481328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3" name="Picture Placeholder 31">
            <a:extLst>
              <a:ext uri="{FF2B5EF4-FFF2-40B4-BE49-F238E27FC236}">
                <a16:creationId xmlns:a16="http://schemas.microsoft.com/office/drawing/2014/main" id="{F8C639A8-0897-2015-9829-94E98335DF21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3017520" y="1481328"/>
            <a:ext cx="969264" cy="969264"/>
          </a:xfrm>
          <a:solidFill>
            <a:schemeClr val="tx2">
              <a:lumMod val="60000"/>
              <a:lumOff val="40000"/>
            </a:schemeClr>
          </a:solidFill>
          <a:ln w="15875">
            <a:solidFill>
              <a:schemeClr val="accent1"/>
            </a:solidFill>
          </a:ln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EEF857FA-9C5E-BED3-1ABB-A734EE39340B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2916936" y="2743200"/>
            <a:ext cx="1389888" cy="466344"/>
          </a:xfr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5C6EFDC5-2080-3126-AB93-FB89817B2C28}"/>
              </a:ext>
            </a:extLst>
          </p:cNvPr>
          <p:cNvSpPr>
            <a:spLocks noGrp="1"/>
          </p:cNvSpPr>
          <p:nvPr>
            <p:ph type="body" idx="19"/>
          </p:nvPr>
        </p:nvSpPr>
        <p:spPr>
          <a:xfrm>
            <a:off x="2916936" y="3218688"/>
            <a:ext cx="1801368" cy="1481328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4" name="Picture Placeholder 31">
            <a:extLst>
              <a:ext uri="{FF2B5EF4-FFF2-40B4-BE49-F238E27FC236}">
                <a16:creationId xmlns:a16="http://schemas.microsoft.com/office/drawing/2014/main" id="{6CBA6ABC-D5D1-9758-59EA-8DE549CC612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440680" y="1481328"/>
            <a:ext cx="969264" cy="969264"/>
          </a:xfrm>
          <a:solidFill>
            <a:schemeClr val="tx2">
              <a:lumMod val="60000"/>
              <a:lumOff val="40000"/>
            </a:schemeClr>
          </a:solidFill>
          <a:ln w="15875">
            <a:solidFill>
              <a:schemeClr val="accent1"/>
            </a:solidFill>
          </a:ln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F990F14B-1D1F-AA8D-BB23-FA8F7EEF666B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5358384" y="2743200"/>
            <a:ext cx="1389888" cy="466344"/>
          </a:xfr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D6CD9CDA-E122-F6EB-30B5-26D7E17771AB}"/>
              </a:ext>
            </a:extLst>
          </p:cNvPr>
          <p:cNvSpPr>
            <a:spLocks noGrp="1"/>
          </p:cNvSpPr>
          <p:nvPr>
            <p:ph type="body" idx="20"/>
          </p:nvPr>
        </p:nvSpPr>
        <p:spPr>
          <a:xfrm>
            <a:off x="5358384" y="3218688"/>
            <a:ext cx="1801368" cy="1481328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5" name="Picture Placeholder 31">
            <a:extLst>
              <a:ext uri="{FF2B5EF4-FFF2-40B4-BE49-F238E27FC236}">
                <a16:creationId xmlns:a16="http://schemas.microsoft.com/office/drawing/2014/main" id="{8AC38C98-F011-6729-EA3D-B9F72D88DBB5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7744968" y="1481328"/>
            <a:ext cx="969264" cy="969264"/>
          </a:xfrm>
          <a:solidFill>
            <a:schemeClr val="tx2">
              <a:lumMod val="60000"/>
              <a:lumOff val="40000"/>
            </a:schemeClr>
          </a:solidFill>
          <a:ln w="15875">
            <a:solidFill>
              <a:schemeClr val="accent1"/>
            </a:solidFill>
          </a:ln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01D32DAF-E8E7-6294-0961-BC9CCFB6F413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7644384" y="2743200"/>
            <a:ext cx="1389888" cy="466344"/>
          </a:xfr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C9875650-BD0D-32C5-3819-F8C14365B414}"/>
              </a:ext>
            </a:extLst>
          </p:cNvPr>
          <p:cNvSpPr>
            <a:spLocks noGrp="1"/>
          </p:cNvSpPr>
          <p:nvPr>
            <p:ph type="body" idx="21"/>
          </p:nvPr>
        </p:nvSpPr>
        <p:spPr>
          <a:xfrm>
            <a:off x="7644384" y="3218688"/>
            <a:ext cx="1801368" cy="1481328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6" name="Picture Placeholder 31">
            <a:extLst>
              <a:ext uri="{FF2B5EF4-FFF2-40B4-BE49-F238E27FC236}">
                <a16:creationId xmlns:a16="http://schemas.microsoft.com/office/drawing/2014/main" id="{40E68EB8-B0D8-E5D4-CE19-45219E4D7038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0204704" y="1481328"/>
            <a:ext cx="969264" cy="969264"/>
          </a:xfrm>
          <a:solidFill>
            <a:schemeClr val="tx2">
              <a:lumMod val="60000"/>
              <a:lumOff val="40000"/>
            </a:schemeClr>
          </a:solidFill>
          <a:ln w="15875">
            <a:solidFill>
              <a:schemeClr val="accent1"/>
            </a:solidFill>
          </a:ln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7D1D0610-E513-F5EA-0393-622F692CA0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0113264" y="2743200"/>
            <a:ext cx="1389888" cy="466344"/>
          </a:xfr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3BF37293-4E33-5570-29ED-04EB525DD19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0113264" y="3218688"/>
            <a:ext cx="1801368" cy="1481328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01ABA6-5EA3-1AE9-0825-523073F78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6640" y="6517634"/>
            <a:ext cx="950258" cy="2743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84D792B7-0397-C047-AE12-1A03F7E3DC8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6C5317-E14C-8E61-2C1E-0430778E8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08250" y="6517634"/>
            <a:ext cx="2572870" cy="2743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514D0E-ED92-E1A4-0E78-546375A0A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EEA677E-8DEA-5E75-BA4B-23D1BA7F8E99}"/>
              </a:ext>
            </a:extLst>
          </p:cNvPr>
          <p:cNvCxnSpPr>
            <a:cxnSpLocks/>
          </p:cNvCxnSpPr>
          <p:nvPr userDrawn="1"/>
        </p:nvCxnSpPr>
        <p:spPr>
          <a:xfrm>
            <a:off x="3866404" y="522548"/>
            <a:ext cx="8325596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B3319DB-4A46-5428-C6CC-D0751895D66F}"/>
              </a:ext>
            </a:extLst>
          </p:cNvPr>
          <p:cNvCxnSpPr>
            <a:cxnSpLocks/>
          </p:cNvCxnSpPr>
          <p:nvPr userDrawn="1"/>
        </p:nvCxnSpPr>
        <p:spPr>
          <a:xfrm>
            <a:off x="0" y="5757057"/>
            <a:ext cx="8504858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62B810B-B523-F767-647B-12432989B2E9}"/>
              </a:ext>
            </a:extLst>
          </p:cNvPr>
          <p:cNvCxnSpPr>
            <a:cxnSpLocks/>
          </p:cNvCxnSpPr>
          <p:nvPr userDrawn="1"/>
        </p:nvCxnSpPr>
        <p:spPr>
          <a:xfrm>
            <a:off x="0" y="6439485"/>
            <a:ext cx="1219200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2A089CB3-1FD6-52E9-890B-0C5EC799D8A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836655" y="5143104"/>
            <a:ext cx="3355345" cy="1252728"/>
          </a:xfrm>
        </p:spPr>
        <p:txBody>
          <a:bodyPr anchor="ctr"/>
          <a:lstStyle>
            <a:lvl1pPr marL="0" indent="0">
              <a:buNone/>
              <a:defRPr sz="40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612782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0672C-3B98-424B-3047-A14FF403A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344" y="36576"/>
            <a:ext cx="5294376" cy="969264"/>
          </a:xfrm>
        </p:spPr>
        <p:txBody>
          <a:bodyPr/>
          <a:lstStyle>
            <a:lvl1pPr>
              <a:lnSpc>
                <a:spcPct val="100000"/>
              </a:lnSpc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2" name="Picture Placeholder 20">
            <a:extLst>
              <a:ext uri="{FF2B5EF4-FFF2-40B4-BE49-F238E27FC236}">
                <a16:creationId xmlns:a16="http://schemas.microsoft.com/office/drawing/2014/main" id="{656258F0-1496-C756-9648-B7772E2B111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44501" y="1592221"/>
            <a:ext cx="5207000" cy="4292599"/>
          </a:xfrm>
          <a:ln w="15875">
            <a:solidFill>
              <a:schemeClr val="accent1"/>
            </a:solidFill>
          </a:ln>
        </p:spPr>
        <p:txBody>
          <a:bodyPr anchor="ctr"/>
          <a:lstStyle>
            <a:lvl1pPr marL="0" indent="0" algn="ctr">
              <a:buFontTx/>
              <a:buNone/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399D7D-8B9F-47AD-ACF1-0FAA450690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65392" y="740664"/>
            <a:ext cx="5157787" cy="466344"/>
          </a:xfrm>
        </p:spPr>
        <p:txBody>
          <a:bodyPr anchor="ctr"/>
          <a:lstStyle>
            <a:lvl1pPr marL="0" indent="0">
              <a:buNone/>
              <a:defRPr sz="2400" b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2E9DC0-11F7-BF92-00BF-7C7E94670C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65392" y="1417320"/>
            <a:ext cx="5157787" cy="2029968"/>
          </a:xfrm>
        </p:spPr>
        <p:txBody>
          <a:bodyPr/>
          <a:lstStyle>
            <a:lvl1pPr>
              <a:lnSpc>
                <a:spcPct val="100000"/>
              </a:lnSpc>
              <a:spcBef>
                <a:spcPts val="1800"/>
              </a:spcBef>
              <a:defRPr sz="1800">
                <a:solidFill>
                  <a:schemeClr val="accent1"/>
                </a:solidFill>
              </a:defRPr>
            </a:lvl1pPr>
            <a:lvl2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spcBef>
                <a:spcPts val="600"/>
              </a:spcBef>
              <a:defRPr sz="1400">
                <a:solidFill>
                  <a:schemeClr val="accent1"/>
                </a:solidFill>
              </a:defRPr>
            </a:lvl3pPr>
            <a:lvl4pPr>
              <a:lnSpc>
                <a:spcPct val="100000"/>
              </a:lnSpc>
              <a:spcBef>
                <a:spcPts val="600"/>
              </a:spcBef>
              <a:defRPr sz="1200">
                <a:solidFill>
                  <a:schemeClr val="accent1"/>
                </a:solidFill>
              </a:defRPr>
            </a:lvl4pPr>
            <a:lvl5pPr>
              <a:lnSpc>
                <a:spcPct val="100000"/>
              </a:lnSpc>
              <a:spcBef>
                <a:spcPts val="600"/>
              </a:spcBef>
              <a:defRPr sz="12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A110F4B-383C-979A-7C67-60731A902C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65392" y="3941064"/>
            <a:ext cx="5183188" cy="466344"/>
          </a:xfrm>
        </p:spPr>
        <p:txBody>
          <a:bodyPr anchor="ctr"/>
          <a:lstStyle>
            <a:lvl1pPr marL="0" indent="0">
              <a:buNone/>
              <a:defRPr sz="2400" b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758E51B-C92F-F9B7-5D67-2EE0685CCF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65392" y="4485555"/>
            <a:ext cx="5183188" cy="1197864"/>
          </a:xfrm>
        </p:spPr>
        <p:txBody>
          <a:bodyPr/>
          <a:lstStyle>
            <a:lvl1pPr>
              <a:lnSpc>
                <a:spcPct val="100000"/>
              </a:lnSpc>
              <a:spcBef>
                <a:spcPts val="1800"/>
              </a:spcBef>
              <a:defRPr sz="1800">
                <a:solidFill>
                  <a:schemeClr val="accent1"/>
                </a:solidFill>
              </a:defRPr>
            </a:lvl1pPr>
            <a:lvl2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spcBef>
                <a:spcPts val="600"/>
              </a:spcBef>
              <a:defRPr sz="1400">
                <a:solidFill>
                  <a:schemeClr val="accent1"/>
                </a:solidFill>
              </a:defRPr>
            </a:lvl3pPr>
            <a:lvl4pPr>
              <a:lnSpc>
                <a:spcPct val="100000"/>
              </a:lnSpc>
              <a:spcBef>
                <a:spcPts val="600"/>
              </a:spcBef>
              <a:defRPr sz="1200">
                <a:solidFill>
                  <a:schemeClr val="accent1"/>
                </a:solidFill>
              </a:defRPr>
            </a:lvl4pPr>
            <a:lvl5pPr>
              <a:lnSpc>
                <a:spcPct val="100000"/>
              </a:lnSpc>
              <a:spcBef>
                <a:spcPts val="600"/>
              </a:spcBef>
              <a:defRPr sz="12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F376A9B-4626-290B-917F-B57D35120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6640" y="6517634"/>
            <a:ext cx="950258" cy="2743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84D792B7-0397-C047-AE12-1A03F7E3DC8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147E33F-E2CD-B99B-7A79-CDC2550A14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08250" y="6517634"/>
            <a:ext cx="2572870" cy="2743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27C822-3603-1035-6BD5-07AEADACE8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E816DB4-C374-189A-F1F8-5F1B43EC2B71}"/>
              </a:ext>
            </a:extLst>
          </p:cNvPr>
          <p:cNvCxnSpPr>
            <a:cxnSpLocks/>
          </p:cNvCxnSpPr>
          <p:nvPr userDrawn="1"/>
        </p:nvCxnSpPr>
        <p:spPr>
          <a:xfrm>
            <a:off x="0" y="1037557"/>
            <a:ext cx="609600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FEC7540-FB09-0AE1-04FF-3706800F4DB6}"/>
              </a:ext>
            </a:extLst>
          </p:cNvPr>
          <p:cNvCxnSpPr>
            <a:cxnSpLocks/>
          </p:cNvCxnSpPr>
          <p:nvPr userDrawn="1"/>
        </p:nvCxnSpPr>
        <p:spPr>
          <a:xfrm flipV="1">
            <a:off x="6096000" y="0"/>
            <a:ext cx="0" cy="6439485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69421D4-0B4D-95CB-4FCB-E139DCBAD9BB}"/>
              </a:ext>
            </a:extLst>
          </p:cNvPr>
          <p:cNvCxnSpPr>
            <a:cxnSpLocks/>
          </p:cNvCxnSpPr>
          <p:nvPr userDrawn="1"/>
        </p:nvCxnSpPr>
        <p:spPr>
          <a:xfrm>
            <a:off x="0" y="6439485"/>
            <a:ext cx="1219200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78489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1B0F0B75-DD75-7194-E40A-3AA5DD203B15}"/>
              </a:ext>
            </a:extLst>
          </p:cNvPr>
          <p:cNvSpPr/>
          <p:nvPr userDrawn="1"/>
        </p:nvSpPr>
        <p:spPr>
          <a:xfrm>
            <a:off x="3886830" y="1031243"/>
            <a:ext cx="7906804" cy="540624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EB85F28-9AE2-01CA-E801-96F2F2ACC4FE}"/>
              </a:ext>
            </a:extLst>
          </p:cNvPr>
          <p:cNvSpPr/>
          <p:nvPr userDrawn="1"/>
        </p:nvSpPr>
        <p:spPr>
          <a:xfrm>
            <a:off x="409046" y="1042071"/>
            <a:ext cx="3455590" cy="539541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A0BD26-4C3C-C934-E3C5-C4ABD369E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9112" y="64008"/>
            <a:ext cx="8165592" cy="969264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77B3A0F7-4877-4804-831D-E094CB4C49B3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667512" y="1673352"/>
            <a:ext cx="2907792" cy="466344"/>
          </a:xfr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3F374C-57DC-E207-D494-6986428A2D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0" y="1307592"/>
            <a:ext cx="7598664" cy="1197864"/>
          </a:xfrm>
        </p:spPr>
        <p:txBody>
          <a:bodyPr anchor="ctr"/>
          <a:lstStyle>
            <a:lvl1pPr marL="283464">
              <a:lnSpc>
                <a:spcPct val="100000"/>
              </a:lnSpc>
              <a:spcBef>
                <a:spcPts val="0"/>
              </a:spcBef>
              <a:defRPr sz="1800"/>
            </a:lvl1pPr>
            <a:lvl2pPr>
              <a:lnSpc>
                <a:spcPct val="100000"/>
              </a:lnSpc>
              <a:spcBef>
                <a:spcPts val="0"/>
              </a:spcBef>
              <a:defRPr sz="1600"/>
            </a:lvl2pPr>
            <a:lvl3pPr>
              <a:lnSpc>
                <a:spcPct val="100000"/>
              </a:lnSpc>
              <a:spcBef>
                <a:spcPts val="0"/>
              </a:spcBef>
              <a:defRPr sz="1400"/>
            </a:lvl3pPr>
            <a:lvl4pPr>
              <a:lnSpc>
                <a:spcPct val="100000"/>
              </a:lnSpc>
              <a:spcBef>
                <a:spcPts val="0"/>
              </a:spcBef>
              <a:defRPr sz="1200"/>
            </a:lvl4pPr>
            <a:lvl5pPr>
              <a:lnSpc>
                <a:spcPct val="100000"/>
              </a:lnSpc>
              <a:spcBef>
                <a:spcPts val="0"/>
              </a:spcBef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5160F9ED-11F2-C22D-919C-AD28524B130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7512" y="3452264"/>
            <a:ext cx="2907792" cy="466344"/>
          </a:xfr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8C5B491A-910D-96D7-7910-D672B6313334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123102" y="3086504"/>
            <a:ext cx="7598664" cy="1197864"/>
          </a:xfrm>
        </p:spPr>
        <p:txBody>
          <a:bodyPr anchor="ctr"/>
          <a:lstStyle>
            <a:lvl1pPr marL="283464">
              <a:lnSpc>
                <a:spcPct val="100000"/>
              </a:lnSpc>
              <a:spcBef>
                <a:spcPts val="0"/>
              </a:spcBef>
              <a:defRPr sz="1800"/>
            </a:lvl1pPr>
            <a:lvl2pPr>
              <a:lnSpc>
                <a:spcPct val="100000"/>
              </a:lnSpc>
              <a:spcBef>
                <a:spcPts val="0"/>
              </a:spcBef>
              <a:defRPr sz="1600"/>
            </a:lvl2pPr>
            <a:lvl3pPr>
              <a:lnSpc>
                <a:spcPct val="100000"/>
              </a:lnSpc>
              <a:spcBef>
                <a:spcPts val="0"/>
              </a:spcBef>
              <a:defRPr sz="1400"/>
            </a:lvl3pPr>
            <a:lvl4pPr>
              <a:lnSpc>
                <a:spcPct val="100000"/>
              </a:lnSpc>
              <a:spcBef>
                <a:spcPts val="0"/>
              </a:spcBef>
              <a:defRPr sz="1200"/>
            </a:lvl4pPr>
            <a:lvl5pPr>
              <a:lnSpc>
                <a:spcPct val="100000"/>
              </a:lnSpc>
              <a:spcBef>
                <a:spcPts val="0"/>
              </a:spcBef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C7845D54-C197-EEDA-099F-45ED6EC803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67512" y="5288457"/>
            <a:ext cx="2907792" cy="466344"/>
          </a:xfr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00C50B6-D96C-CEAF-4897-329D7DBC41E1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4114800" y="4922697"/>
            <a:ext cx="7598664" cy="1197864"/>
          </a:xfrm>
        </p:spPr>
        <p:txBody>
          <a:bodyPr anchor="ctr"/>
          <a:lstStyle>
            <a:lvl1pPr marL="283464">
              <a:lnSpc>
                <a:spcPct val="100000"/>
              </a:lnSpc>
              <a:spcBef>
                <a:spcPts val="0"/>
              </a:spcBef>
              <a:defRPr sz="1800"/>
            </a:lvl1pPr>
            <a:lvl2pPr>
              <a:lnSpc>
                <a:spcPct val="100000"/>
              </a:lnSpc>
              <a:spcBef>
                <a:spcPts val="0"/>
              </a:spcBef>
              <a:defRPr sz="1600"/>
            </a:lvl2pPr>
            <a:lvl3pPr>
              <a:lnSpc>
                <a:spcPct val="100000"/>
              </a:lnSpc>
              <a:spcBef>
                <a:spcPts val="0"/>
              </a:spcBef>
              <a:defRPr sz="1400"/>
            </a:lvl3pPr>
            <a:lvl4pPr>
              <a:lnSpc>
                <a:spcPct val="100000"/>
              </a:lnSpc>
              <a:spcBef>
                <a:spcPts val="0"/>
              </a:spcBef>
              <a:defRPr sz="1200"/>
            </a:lvl4pPr>
            <a:lvl5pPr>
              <a:lnSpc>
                <a:spcPct val="100000"/>
              </a:lnSpc>
              <a:spcBef>
                <a:spcPts val="0"/>
              </a:spcBef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01ABA6-5EA3-1AE9-0825-523073F78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6640" y="6517634"/>
            <a:ext cx="950258" cy="274320"/>
          </a:xfrm>
          <a:prstGeom prst="rect">
            <a:avLst/>
          </a:prstGeom>
        </p:spPr>
        <p:txBody>
          <a:bodyPr/>
          <a:lstStyle/>
          <a:p>
            <a:fld id="{84D792B7-0397-C047-AE12-1A03F7E3DC8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6C5317-E14C-8E61-2C1E-0430778E8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08250" y="6517634"/>
            <a:ext cx="2572870" cy="274320"/>
          </a:xfrm>
          <a:prstGeom prst="rect">
            <a:avLst/>
          </a:prstGeo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514D0E-ED92-E1A4-0E78-546375A0A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8A273E5-D639-4F22-9056-01A62C38E224}"/>
              </a:ext>
            </a:extLst>
          </p:cNvPr>
          <p:cNvCxnSpPr>
            <a:cxnSpLocks/>
          </p:cNvCxnSpPr>
          <p:nvPr userDrawn="1"/>
        </p:nvCxnSpPr>
        <p:spPr>
          <a:xfrm>
            <a:off x="398366" y="1038695"/>
            <a:ext cx="113952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96F1646-E658-90F3-D203-86B50D2F5DEF}"/>
              </a:ext>
            </a:extLst>
          </p:cNvPr>
          <p:cNvCxnSpPr>
            <a:cxnSpLocks/>
          </p:cNvCxnSpPr>
          <p:nvPr userDrawn="1"/>
        </p:nvCxnSpPr>
        <p:spPr>
          <a:xfrm>
            <a:off x="0" y="6439485"/>
            <a:ext cx="12192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8793165-641B-DB78-F1A5-573C6041DE9A}"/>
              </a:ext>
            </a:extLst>
          </p:cNvPr>
          <p:cNvCxnSpPr>
            <a:cxnSpLocks/>
          </p:cNvCxnSpPr>
          <p:nvPr userDrawn="1"/>
        </p:nvCxnSpPr>
        <p:spPr>
          <a:xfrm flipV="1">
            <a:off x="398367" y="0"/>
            <a:ext cx="0" cy="685800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4121FCC-C1AD-FD70-0727-3D611AEFAAD4}"/>
              </a:ext>
            </a:extLst>
          </p:cNvPr>
          <p:cNvCxnSpPr>
            <a:cxnSpLocks/>
          </p:cNvCxnSpPr>
          <p:nvPr userDrawn="1"/>
        </p:nvCxnSpPr>
        <p:spPr>
          <a:xfrm flipV="1">
            <a:off x="11793633" y="0"/>
            <a:ext cx="0" cy="685800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3890A2E-4E9B-29B4-124F-FBBCB462EB7C}"/>
              </a:ext>
            </a:extLst>
          </p:cNvPr>
          <p:cNvCxnSpPr>
            <a:cxnSpLocks/>
          </p:cNvCxnSpPr>
          <p:nvPr userDrawn="1"/>
        </p:nvCxnSpPr>
        <p:spPr>
          <a:xfrm>
            <a:off x="398366" y="2767098"/>
            <a:ext cx="113952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256AAD6-732C-A795-FCB1-69CE94E3F1C4}"/>
              </a:ext>
            </a:extLst>
          </p:cNvPr>
          <p:cNvCxnSpPr>
            <a:cxnSpLocks/>
          </p:cNvCxnSpPr>
          <p:nvPr userDrawn="1"/>
        </p:nvCxnSpPr>
        <p:spPr>
          <a:xfrm>
            <a:off x="398366" y="4603773"/>
            <a:ext cx="113952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2162417-AD43-4C6C-A3F2-EC7D979B702A}"/>
              </a:ext>
            </a:extLst>
          </p:cNvPr>
          <p:cNvCxnSpPr>
            <a:cxnSpLocks/>
          </p:cNvCxnSpPr>
          <p:nvPr userDrawn="1"/>
        </p:nvCxnSpPr>
        <p:spPr>
          <a:xfrm flipV="1">
            <a:off x="3864636" y="1031243"/>
            <a:ext cx="0" cy="5407244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73487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5A4D4F6-5B85-FBD0-E507-B32E94BF2066}"/>
              </a:ext>
            </a:extLst>
          </p:cNvPr>
          <p:cNvSpPr/>
          <p:nvPr userDrawn="1"/>
        </p:nvSpPr>
        <p:spPr>
          <a:xfrm>
            <a:off x="3886830" y="1031243"/>
            <a:ext cx="7906804" cy="540624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D7666C5-50ED-BD11-EBB3-5068C0F8FE27}"/>
              </a:ext>
            </a:extLst>
          </p:cNvPr>
          <p:cNvSpPr/>
          <p:nvPr userDrawn="1"/>
        </p:nvSpPr>
        <p:spPr>
          <a:xfrm>
            <a:off x="409046" y="1042071"/>
            <a:ext cx="3455590" cy="539541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2EAF0B87-8A17-7C9D-202E-F0AC8A9207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9112" y="64008"/>
            <a:ext cx="8165592" cy="969264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C766325D-8175-9B95-4BB6-87E3195AAD33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667512" y="2155720"/>
            <a:ext cx="2907792" cy="466344"/>
          </a:xfr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5F9AFE21-B015-59CC-B869-6CA584CD87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0" y="1283336"/>
            <a:ext cx="7598664" cy="2211112"/>
          </a:xfrm>
        </p:spPr>
        <p:txBody>
          <a:bodyPr anchor="ctr"/>
          <a:lstStyle>
            <a:lvl1pPr marL="283464">
              <a:lnSpc>
                <a:spcPct val="100000"/>
              </a:lnSpc>
              <a:spcBef>
                <a:spcPts val="0"/>
              </a:spcBef>
              <a:defRPr sz="1800"/>
            </a:lvl1pPr>
            <a:lvl2pPr>
              <a:lnSpc>
                <a:spcPct val="100000"/>
              </a:lnSpc>
              <a:spcBef>
                <a:spcPts val="0"/>
              </a:spcBef>
              <a:defRPr sz="1600"/>
            </a:lvl2pPr>
            <a:lvl3pPr>
              <a:lnSpc>
                <a:spcPct val="100000"/>
              </a:lnSpc>
              <a:spcBef>
                <a:spcPts val="0"/>
              </a:spcBef>
              <a:defRPr sz="1400"/>
            </a:lvl3pPr>
            <a:lvl4pPr>
              <a:lnSpc>
                <a:spcPct val="100000"/>
              </a:lnSpc>
              <a:spcBef>
                <a:spcPts val="0"/>
              </a:spcBef>
              <a:defRPr sz="1200"/>
            </a:lvl4pPr>
            <a:lvl5pPr>
              <a:lnSpc>
                <a:spcPct val="100000"/>
              </a:lnSpc>
              <a:spcBef>
                <a:spcPts val="0"/>
              </a:spcBef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81CCD754-FDAD-02A0-CC23-AE197F4DA1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67512" y="4856116"/>
            <a:ext cx="2907792" cy="466344"/>
          </a:xfr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6" name="Content Placeholder 2">
            <a:extLst>
              <a:ext uri="{FF2B5EF4-FFF2-40B4-BE49-F238E27FC236}">
                <a16:creationId xmlns:a16="http://schemas.microsoft.com/office/drawing/2014/main" id="{8DA3CBCD-145A-E531-00B6-F66E3BB91D36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4114800" y="3983732"/>
            <a:ext cx="7598664" cy="2211112"/>
          </a:xfrm>
        </p:spPr>
        <p:txBody>
          <a:bodyPr anchor="ctr"/>
          <a:lstStyle>
            <a:lvl1pPr marL="283464">
              <a:lnSpc>
                <a:spcPct val="100000"/>
              </a:lnSpc>
              <a:spcBef>
                <a:spcPts val="0"/>
              </a:spcBef>
              <a:defRPr sz="1800"/>
            </a:lvl1pPr>
            <a:lvl2pPr>
              <a:lnSpc>
                <a:spcPct val="100000"/>
              </a:lnSpc>
              <a:spcBef>
                <a:spcPts val="0"/>
              </a:spcBef>
              <a:defRPr sz="1600"/>
            </a:lvl2pPr>
            <a:lvl3pPr>
              <a:lnSpc>
                <a:spcPct val="100000"/>
              </a:lnSpc>
              <a:spcBef>
                <a:spcPts val="0"/>
              </a:spcBef>
              <a:defRPr sz="1400"/>
            </a:lvl3pPr>
            <a:lvl4pPr>
              <a:lnSpc>
                <a:spcPct val="100000"/>
              </a:lnSpc>
              <a:spcBef>
                <a:spcPts val="0"/>
              </a:spcBef>
              <a:defRPr sz="1200"/>
            </a:lvl4pPr>
            <a:lvl5pPr>
              <a:lnSpc>
                <a:spcPct val="100000"/>
              </a:lnSpc>
              <a:spcBef>
                <a:spcPts val="0"/>
              </a:spcBef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Slide Number Placeholder 5">
            <a:extLst>
              <a:ext uri="{FF2B5EF4-FFF2-40B4-BE49-F238E27FC236}">
                <a16:creationId xmlns:a16="http://schemas.microsoft.com/office/drawing/2014/main" id="{C8C7A88B-B5E6-DF17-298C-3F1D6F2BB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6640" y="6517634"/>
            <a:ext cx="950258" cy="274320"/>
          </a:xfrm>
          <a:prstGeom prst="rect">
            <a:avLst/>
          </a:prstGeom>
        </p:spPr>
        <p:txBody>
          <a:bodyPr/>
          <a:lstStyle/>
          <a:p>
            <a:fld id="{84D792B7-0397-C047-AE12-1A03F7E3DC8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6" name="Footer Placeholder 4">
            <a:extLst>
              <a:ext uri="{FF2B5EF4-FFF2-40B4-BE49-F238E27FC236}">
                <a16:creationId xmlns:a16="http://schemas.microsoft.com/office/drawing/2014/main" id="{F6BF98F2-CC55-EA67-AFEB-3B9BDA92BA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08250" y="6517634"/>
            <a:ext cx="2572870" cy="274320"/>
          </a:xfrm>
          <a:prstGeom prst="rect">
            <a:avLst/>
          </a:prstGeo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25" name="Date Placeholder 3">
            <a:extLst>
              <a:ext uri="{FF2B5EF4-FFF2-40B4-BE49-F238E27FC236}">
                <a16:creationId xmlns:a16="http://schemas.microsoft.com/office/drawing/2014/main" id="{80D6DCDD-07F4-F7F0-12E1-CAF3B5CCCE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622471" y="6517634"/>
            <a:ext cx="950260" cy="274320"/>
          </a:xfr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F526EBCF-823D-784A-BF8D-A377758CEB81}"/>
              </a:ext>
            </a:extLst>
          </p:cNvPr>
          <p:cNvCxnSpPr>
            <a:cxnSpLocks/>
          </p:cNvCxnSpPr>
          <p:nvPr userDrawn="1"/>
        </p:nvCxnSpPr>
        <p:spPr>
          <a:xfrm>
            <a:off x="398366" y="1038695"/>
            <a:ext cx="113952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9D6E25F4-4D19-CCBB-9F09-7369C86AAD57}"/>
              </a:ext>
            </a:extLst>
          </p:cNvPr>
          <p:cNvCxnSpPr>
            <a:cxnSpLocks/>
          </p:cNvCxnSpPr>
          <p:nvPr userDrawn="1"/>
        </p:nvCxnSpPr>
        <p:spPr>
          <a:xfrm>
            <a:off x="0" y="6439485"/>
            <a:ext cx="12192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56A4D074-D2CA-D6E0-115B-1CEDA471F0F3}"/>
              </a:ext>
            </a:extLst>
          </p:cNvPr>
          <p:cNvCxnSpPr>
            <a:cxnSpLocks/>
          </p:cNvCxnSpPr>
          <p:nvPr userDrawn="1"/>
        </p:nvCxnSpPr>
        <p:spPr>
          <a:xfrm flipV="1">
            <a:off x="398367" y="0"/>
            <a:ext cx="0" cy="685800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DB039A31-257E-2036-4142-307DD91B05CC}"/>
              </a:ext>
            </a:extLst>
          </p:cNvPr>
          <p:cNvCxnSpPr>
            <a:cxnSpLocks/>
          </p:cNvCxnSpPr>
          <p:nvPr userDrawn="1"/>
        </p:nvCxnSpPr>
        <p:spPr>
          <a:xfrm flipV="1">
            <a:off x="11793633" y="0"/>
            <a:ext cx="0" cy="685800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139C06B9-E1A2-A881-C800-86FBB69963F9}"/>
              </a:ext>
            </a:extLst>
          </p:cNvPr>
          <p:cNvCxnSpPr>
            <a:cxnSpLocks/>
          </p:cNvCxnSpPr>
          <p:nvPr userDrawn="1"/>
        </p:nvCxnSpPr>
        <p:spPr>
          <a:xfrm>
            <a:off x="398366" y="3739090"/>
            <a:ext cx="113952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DDBBDAB-1770-6117-02A2-DF798EAD6320}"/>
              </a:ext>
            </a:extLst>
          </p:cNvPr>
          <p:cNvCxnSpPr>
            <a:cxnSpLocks/>
          </p:cNvCxnSpPr>
          <p:nvPr userDrawn="1"/>
        </p:nvCxnSpPr>
        <p:spPr>
          <a:xfrm flipV="1">
            <a:off x="3864636" y="1031243"/>
            <a:ext cx="0" cy="5407244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77851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bg>
      <p:bgPr>
        <a:solidFill>
          <a:schemeClr val="accent4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0BD26-4C3C-C934-E3C5-C4ABD369E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33872" y="4389120"/>
            <a:ext cx="4709160" cy="1645920"/>
          </a:xfrm>
        </p:spPr>
        <p:txBody>
          <a:bodyPr/>
          <a:lstStyle>
            <a:lvl1pPr algn="ctr">
              <a:defRPr sz="7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FD728F67-F092-A253-7F58-A329D8F438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11680" y="2130552"/>
            <a:ext cx="8165592" cy="1755648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accent1"/>
                </a:solidFill>
              </a:defRPr>
            </a:lvl1pPr>
            <a:lvl2pPr marL="566928" indent="-283464">
              <a:lnSpc>
                <a:spcPct val="100000"/>
              </a:lnSpc>
              <a:buFont typeface="Wingdings" panose="05000000000000000000" pitchFamily="2" charset="2"/>
              <a:buChar char="§"/>
              <a:defRPr sz="1600">
                <a:solidFill>
                  <a:schemeClr val="accent1"/>
                </a:solidFill>
              </a:defRPr>
            </a:lvl2pPr>
            <a:lvl3pPr marL="850392" indent="-283464">
              <a:lnSpc>
                <a:spcPct val="100000"/>
              </a:lnSpc>
              <a:buFont typeface="Wingdings" panose="05000000000000000000" pitchFamily="2" charset="2"/>
              <a:buChar char="§"/>
              <a:defRPr sz="1400">
                <a:solidFill>
                  <a:schemeClr val="accent1"/>
                </a:solidFill>
              </a:defRPr>
            </a:lvl3pPr>
            <a:lvl4pPr marL="1133856" indent="-283464">
              <a:lnSpc>
                <a:spcPct val="100000"/>
              </a:lnSpc>
              <a:buFont typeface="Wingdings" panose="05000000000000000000" pitchFamily="2" charset="2"/>
              <a:buChar char="§"/>
              <a:defRPr sz="1200">
                <a:solidFill>
                  <a:schemeClr val="accent1"/>
                </a:solidFill>
              </a:defRPr>
            </a:lvl4pPr>
            <a:lvl5pPr marL="1417320" indent="-283464">
              <a:lnSpc>
                <a:spcPct val="100000"/>
              </a:lnSpc>
              <a:buFont typeface="Wingdings" panose="05000000000000000000" pitchFamily="2" charset="2"/>
              <a:buChar char="§"/>
              <a:defRPr sz="12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01ABA6-5EA3-1AE9-0825-523073F78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6640" y="6517634"/>
            <a:ext cx="950258" cy="2743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84D792B7-0397-C047-AE12-1A03F7E3DC8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6C5317-E14C-8E61-2C1E-0430778E8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08250" y="6517634"/>
            <a:ext cx="2572870" cy="2743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514D0E-ED92-E1A4-0E78-546375A0A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9E5CB43-9C58-7065-8F71-3D1335DCA2E8}"/>
              </a:ext>
            </a:extLst>
          </p:cNvPr>
          <p:cNvCxnSpPr>
            <a:cxnSpLocks/>
          </p:cNvCxnSpPr>
          <p:nvPr userDrawn="1"/>
        </p:nvCxnSpPr>
        <p:spPr>
          <a:xfrm>
            <a:off x="0" y="6439485"/>
            <a:ext cx="1219200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D7C51743-4A18-4275-9C86-2A02654EB16B}"/>
              </a:ext>
            </a:extLst>
          </p:cNvPr>
          <p:cNvSpPr/>
          <p:nvPr userDrawn="1"/>
        </p:nvSpPr>
        <p:spPr>
          <a:xfrm>
            <a:off x="1509823" y="1188365"/>
            <a:ext cx="9172353" cy="4481269"/>
          </a:xfrm>
          <a:prstGeom prst="rect">
            <a:avLst/>
          </a:prstGeom>
          <a:noFill/>
          <a:ln w="158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0105206-25D5-CAFF-D01A-6C366A0DDD06}"/>
              </a:ext>
            </a:extLst>
          </p:cNvPr>
          <p:cNvCxnSpPr>
            <a:cxnSpLocks/>
          </p:cNvCxnSpPr>
          <p:nvPr userDrawn="1"/>
        </p:nvCxnSpPr>
        <p:spPr>
          <a:xfrm>
            <a:off x="0" y="5208047"/>
            <a:ext cx="5837756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F568D0A6-8634-2DEB-AE13-929FDDFD954E}"/>
              </a:ext>
            </a:extLst>
          </p:cNvPr>
          <p:cNvCxnSpPr>
            <a:cxnSpLocks/>
          </p:cNvCxnSpPr>
          <p:nvPr userDrawn="1"/>
        </p:nvCxnSpPr>
        <p:spPr>
          <a:xfrm>
            <a:off x="10546079" y="5220132"/>
            <a:ext cx="1645921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76680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0BD26-4C3C-C934-E3C5-C4ABD369E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5544" y="731520"/>
            <a:ext cx="5952744" cy="1645920"/>
          </a:xfrm>
        </p:spPr>
        <p:txBody>
          <a:bodyPr/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2AA6941D-E239-2A54-E6C1-1574E59717D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4872540" cy="6858000"/>
          </a:xfrm>
          <a:ln w="15875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44C3332-D605-38F6-7D05-D7B329747768}"/>
              </a:ext>
            </a:extLst>
          </p:cNvPr>
          <p:cNvCxnSpPr>
            <a:cxnSpLocks/>
          </p:cNvCxnSpPr>
          <p:nvPr userDrawn="1"/>
        </p:nvCxnSpPr>
        <p:spPr>
          <a:xfrm>
            <a:off x="4863079" y="4150757"/>
            <a:ext cx="7328921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7B2C081-8C69-001E-872F-68A1B1E48B94}"/>
              </a:ext>
            </a:extLst>
          </p:cNvPr>
          <p:cNvCxnSpPr>
            <a:cxnSpLocks/>
          </p:cNvCxnSpPr>
          <p:nvPr userDrawn="1"/>
        </p:nvCxnSpPr>
        <p:spPr>
          <a:xfrm>
            <a:off x="4872540" y="5515589"/>
            <a:ext cx="7328921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5613557-EA43-56E7-5DE1-8A9813B2D7EB}"/>
              </a:ext>
            </a:extLst>
          </p:cNvPr>
          <p:cNvCxnSpPr>
            <a:cxnSpLocks/>
          </p:cNvCxnSpPr>
          <p:nvPr userDrawn="1"/>
        </p:nvCxnSpPr>
        <p:spPr>
          <a:xfrm>
            <a:off x="4872540" y="2766534"/>
            <a:ext cx="7328921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CA79F44-DB47-D961-5554-E6CEF0F31D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495545" y="3191256"/>
            <a:ext cx="5953506" cy="73152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Text Placeholder 21">
            <a:extLst>
              <a:ext uri="{FF2B5EF4-FFF2-40B4-BE49-F238E27FC236}">
                <a16:creationId xmlns:a16="http://schemas.microsoft.com/office/drawing/2014/main" id="{D8CB894C-EA47-EEFE-AB8C-A9B9B10EDFA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494782" y="4498848"/>
            <a:ext cx="5953506" cy="73152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B3C09B13-9367-B435-A76A-9DBB1332FC5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494782" y="5797296"/>
            <a:ext cx="5953506" cy="73152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141012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F77913A3-071A-44D9-E59A-B9C86D99FF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9112" y="54864"/>
            <a:ext cx="8165592" cy="969264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A67C02-F658-3749-9924-99BDA9C11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6640" y="6517634"/>
            <a:ext cx="950258" cy="274320"/>
          </a:xfrm>
          <a:prstGeom prst="rect">
            <a:avLst/>
          </a:prstGeom>
        </p:spPr>
        <p:txBody>
          <a:bodyPr/>
          <a:lstStyle/>
          <a:p>
            <a:fld id="{84D792B7-0397-C047-AE12-1A03F7E3DC8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7120C0-232E-AD3B-138D-B65A7AD49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08250" y="6517634"/>
            <a:ext cx="2572870" cy="274320"/>
          </a:xfrm>
          <a:prstGeom prst="rect">
            <a:avLst/>
          </a:prstGeo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110ABD4-B26A-0940-A80F-399F8FCAD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94864F6-8550-2BFC-DC03-2BB296DF2E95}"/>
              </a:ext>
            </a:extLst>
          </p:cNvPr>
          <p:cNvCxnSpPr>
            <a:cxnSpLocks/>
          </p:cNvCxnSpPr>
          <p:nvPr userDrawn="1"/>
        </p:nvCxnSpPr>
        <p:spPr>
          <a:xfrm>
            <a:off x="398366" y="1031955"/>
            <a:ext cx="113952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D95A92E-7815-7546-3201-42AEFA654F4C}"/>
              </a:ext>
            </a:extLst>
          </p:cNvPr>
          <p:cNvCxnSpPr>
            <a:cxnSpLocks/>
          </p:cNvCxnSpPr>
          <p:nvPr userDrawn="1"/>
        </p:nvCxnSpPr>
        <p:spPr>
          <a:xfrm>
            <a:off x="0" y="6439485"/>
            <a:ext cx="12192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FF23430-1681-F3A4-F071-7C338746014B}"/>
              </a:ext>
            </a:extLst>
          </p:cNvPr>
          <p:cNvCxnSpPr>
            <a:cxnSpLocks/>
          </p:cNvCxnSpPr>
          <p:nvPr userDrawn="1"/>
        </p:nvCxnSpPr>
        <p:spPr>
          <a:xfrm flipV="1">
            <a:off x="398367" y="0"/>
            <a:ext cx="0" cy="685800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7B44D2F-F976-B752-100E-E994C9F0206A}"/>
              </a:ext>
            </a:extLst>
          </p:cNvPr>
          <p:cNvCxnSpPr>
            <a:cxnSpLocks/>
          </p:cNvCxnSpPr>
          <p:nvPr userDrawn="1"/>
        </p:nvCxnSpPr>
        <p:spPr>
          <a:xfrm flipV="1">
            <a:off x="11793633" y="0"/>
            <a:ext cx="0" cy="685800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094394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DAC1505-F26B-3039-38E3-3A7F7CC7F3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62C2A94-01A4-034C-9AE7-87CF12383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08250" y="6517634"/>
            <a:ext cx="2572870" cy="274320"/>
          </a:xfrm>
          <a:prstGeom prst="rect">
            <a:avLst/>
          </a:prstGeo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45BEB7-6CEE-98EF-C00B-19BF6407E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6640" y="6517634"/>
            <a:ext cx="950258" cy="274320"/>
          </a:xfrm>
          <a:prstGeom prst="rect">
            <a:avLst/>
          </a:prstGeom>
        </p:spPr>
        <p:txBody>
          <a:bodyPr/>
          <a:lstStyle/>
          <a:p>
            <a:fld id="{84D792B7-0397-C047-AE12-1A03F7E3DC83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4912249-F431-4F6C-4213-30FF47C81741}"/>
              </a:ext>
            </a:extLst>
          </p:cNvPr>
          <p:cNvCxnSpPr>
            <a:cxnSpLocks/>
          </p:cNvCxnSpPr>
          <p:nvPr userDrawn="1"/>
        </p:nvCxnSpPr>
        <p:spPr>
          <a:xfrm>
            <a:off x="0" y="6439485"/>
            <a:ext cx="12192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01875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15AA5F-2C28-9886-0D00-5D18198ECE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622471" y="6517634"/>
            <a:ext cx="950260" cy="2743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 spc="300" baseline="0">
                <a:solidFill>
                  <a:schemeClr val="tx1"/>
                </a:solidFill>
                <a:latin typeface="Gill Sans Nova Light" panose="020B0302020104020203" pitchFamily="34" charset="0"/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922ECB-9F56-BDF6-8792-01F55B2EA5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62B5B1-8D0B-68C6-B628-3FF8E5DCD2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EF9CC0-D93B-C416-BCCE-87441F99C0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16640" y="6517634"/>
            <a:ext cx="950258" cy="2743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 spc="300" baseline="0">
                <a:solidFill>
                  <a:schemeClr val="tx1"/>
                </a:solidFill>
                <a:latin typeface="Gill Sans Nova Light" panose="020B0302020104020203" pitchFamily="34" charset="0"/>
              </a:defRPr>
            </a:lvl1pPr>
          </a:lstStyle>
          <a:p>
            <a:fld id="{84D792B7-0397-C047-AE12-1A03F7E3DC8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54253F60-8B31-6272-41B3-5C95D6A908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08250" y="6517634"/>
            <a:ext cx="2572870" cy="2743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 spc="300" baseline="0">
                <a:solidFill>
                  <a:schemeClr val="tx1"/>
                </a:solidFill>
                <a:latin typeface="Gill Sans Nova Light" panose="020B0302020104020203" pitchFamily="34" charset="0"/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32020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1" r:id="rId2"/>
    <p:sldLayoutId id="2147483651" r:id="rId3"/>
    <p:sldLayoutId id="2147483660" r:id="rId4"/>
    <p:sldLayoutId id="2147483670" r:id="rId5"/>
    <p:sldLayoutId id="2147483668" r:id="rId6"/>
    <p:sldLayoutId id="2147483669" r:id="rId7"/>
    <p:sldLayoutId id="2147483667" r:id="rId8"/>
    <p:sldLayoutId id="2147483666" r:id="rId9"/>
    <p:sldLayoutId id="2147483665" r:id="rId10"/>
    <p:sldLayoutId id="2147483653" r:id="rId11"/>
    <p:sldLayoutId id="2147483664" r:id="rId12"/>
    <p:sldLayoutId id="2147483671" r:id="rId13"/>
    <p:sldLayoutId id="2147483663" r:id="rId14"/>
    <p:sldLayoutId id="2147483662" r:id="rId15"/>
    <p:sldLayoutId id="2147483654" r:id="rId16"/>
    <p:sldLayoutId id="2147483655" r:id="rId17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3464" indent="-283464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566928" indent="-283464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50392" indent="-283464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133856" indent="-283464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17320" indent="-283464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7B1341B-74CE-99E1-8A79-DB717AB6EA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318" y="1286966"/>
            <a:ext cx="6521359" cy="3704504"/>
          </a:xfrm>
        </p:spPr>
        <p:txBody>
          <a:bodyPr anchor="b">
            <a:normAutofit/>
          </a:bodyPr>
          <a:lstStyle/>
          <a:p>
            <a:r>
              <a:rPr lang="en-US" sz="3600" b="1" dirty="0">
                <a:latin typeface="Times New Roman"/>
                <a:ea typeface="+mj-lt"/>
                <a:cs typeface="+mj-lt"/>
              </a:rPr>
              <a:t>Sentiment Analysis of Movie Reviews Using AWS</a:t>
            </a:r>
            <a:br>
              <a:rPr lang="en-US" sz="3600" b="1" dirty="0">
                <a:latin typeface="Times New Roman"/>
                <a:ea typeface="+mj-lt"/>
                <a:cs typeface="+mj-lt"/>
              </a:rPr>
            </a:br>
            <a:br>
              <a:rPr lang="en-US" sz="4000" dirty="0">
                <a:latin typeface="Times New Roman"/>
                <a:ea typeface="+mj-lt"/>
                <a:cs typeface="+mj-lt"/>
              </a:rPr>
            </a:br>
            <a:r>
              <a:rPr lang="en-US" sz="2800" b="1" u="sng" dirty="0">
                <a:latin typeface="Times New Roman"/>
                <a:ea typeface="+mj-lt"/>
                <a:cs typeface="+mj-lt"/>
              </a:rPr>
              <a:t>BY: Group#15</a:t>
            </a:r>
            <a:br>
              <a:rPr lang="en-US" sz="2800" b="1" u="sng" dirty="0">
                <a:latin typeface="Times New Roman"/>
                <a:ea typeface="+mj-lt"/>
                <a:cs typeface="+mj-lt"/>
              </a:rPr>
            </a:br>
            <a:r>
              <a:rPr lang="en-US" sz="2200" b="1" dirty="0">
                <a:latin typeface="Times New Roman"/>
                <a:ea typeface="+mj-lt"/>
                <a:cs typeface="+mj-lt"/>
              </a:rPr>
              <a:t>Jeevan Kumar Banoth (Roll no: 5)</a:t>
            </a:r>
            <a:endParaRPr lang="en-US" sz="2200">
              <a:latin typeface="Times New Roman"/>
              <a:ea typeface="+mj-lt"/>
              <a:cs typeface="+mj-lt"/>
            </a:endParaRPr>
          </a:p>
          <a:p>
            <a:r>
              <a:rPr lang="en-US" sz="2200" b="1" dirty="0">
                <a:latin typeface="Times New Roman"/>
                <a:ea typeface="+mj-lt"/>
                <a:cs typeface="+mj-lt"/>
              </a:rPr>
              <a:t>Chakravarthi Boora (Roll no: 7)</a:t>
            </a:r>
            <a:endParaRPr lang="en-US" sz="2200">
              <a:latin typeface="Times New Roman"/>
              <a:cs typeface="Times New Roman"/>
            </a:endParaRPr>
          </a:p>
          <a:p>
            <a:r>
              <a:rPr lang="en-US" sz="2200" b="1" dirty="0">
                <a:latin typeface="Times New Roman"/>
                <a:ea typeface="+mj-lt"/>
                <a:cs typeface="+mj-lt"/>
              </a:rPr>
              <a:t>Uday Reddy </a:t>
            </a:r>
            <a:r>
              <a:rPr lang="en-US" sz="2200" b="1" err="1">
                <a:latin typeface="Times New Roman"/>
                <a:ea typeface="+mj-lt"/>
                <a:cs typeface="+mj-lt"/>
              </a:rPr>
              <a:t>Polepally</a:t>
            </a:r>
            <a:r>
              <a:rPr lang="en-US" sz="2200" b="1" dirty="0">
                <a:latin typeface="Times New Roman"/>
                <a:ea typeface="+mj-lt"/>
                <a:cs typeface="+mj-lt"/>
              </a:rPr>
              <a:t> (Roll no: 44)</a:t>
            </a:r>
            <a:endParaRPr lang="en-US" sz="2200">
              <a:latin typeface="Times New Roman"/>
              <a:cs typeface="Times New Roman"/>
            </a:endParaRP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D1867331-230D-9C0A-257F-D767A3E56A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1832" y="5312664"/>
            <a:ext cx="2889504" cy="36576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700" b="1" dirty="0">
                <a:latin typeface="Times New Roman"/>
                <a:cs typeface="Times New Roman"/>
              </a:rPr>
              <a:t>       A Big Data Project</a:t>
            </a:r>
            <a:endParaRPr lang="en-US" b="1">
              <a:latin typeface="Times New Roman"/>
              <a:cs typeface="Times New Roman"/>
            </a:endParaRPr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A9377EEA-FC3E-A486-659B-8B46F365E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6640" y="6517634"/>
            <a:ext cx="950258" cy="274320"/>
          </a:xfrm>
        </p:spPr>
        <p:txBody>
          <a:bodyPr/>
          <a:lstStyle/>
          <a:p>
            <a:pPr>
              <a:spcAft>
                <a:spcPts val="600"/>
              </a:spcAft>
            </a:pPr>
            <a:fld id="{84D792B7-0397-C047-AE12-1A03F7E3DC83}" type="slidenum">
              <a:rPr lang="en-US" smtClean="0"/>
              <a:pPr>
                <a:spcAft>
                  <a:spcPts val="600"/>
                </a:spcAft>
              </a:pPr>
              <a:t>1</a:t>
            </a:fld>
            <a:endParaRPr lang="en-US"/>
          </a:p>
        </p:txBody>
      </p:sp>
      <p:sp>
        <p:nvSpPr>
          <p:cNvPr id="15" name="Date Placeholder 6">
            <a:extLst>
              <a:ext uri="{FF2B5EF4-FFF2-40B4-BE49-F238E27FC236}">
                <a16:creationId xmlns:a16="http://schemas.microsoft.com/office/drawing/2014/main" id="{068E21E8-0A69-2559-55DB-51D6D0221F1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622471" y="6517634"/>
            <a:ext cx="950260" cy="274320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20XX</a:t>
            </a:r>
          </a:p>
        </p:txBody>
      </p:sp>
      <p:pic>
        <p:nvPicPr>
          <p:cNvPr id="12" name="Picture Placeholder 11" descr="A collage of images of people&#10;&#10;Description automatically generated">
            <a:extLst>
              <a:ext uri="{FF2B5EF4-FFF2-40B4-BE49-F238E27FC236}">
                <a16:creationId xmlns:a16="http://schemas.microsoft.com/office/drawing/2014/main" id="{3B737819-1124-7E6F-65E2-165AC3E8123F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14250" t="10445" r="13250" b="10807"/>
          <a:stretch/>
        </p:blipFill>
        <p:spPr>
          <a:xfrm>
            <a:off x="7376725" y="1494440"/>
            <a:ext cx="4289324" cy="3287382"/>
          </a:xfrm>
        </p:spPr>
      </p:pic>
    </p:spTree>
    <p:extLst>
      <p:ext uri="{BB962C8B-B14F-4D97-AF65-F5344CB8AC3E}">
        <p14:creationId xmlns:p14="http://schemas.microsoft.com/office/powerpoint/2010/main" val="14796282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DBBD9FBF-BDEA-E2A9-5AC0-F365EF1CA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9112" y="54864"/>
            <a:ext cx="8165592" cy="969264"/>
          </a:xfrm>
        </p:spPr>
        <p:txBody>
          <a:bodyPr anchor="ctr">
            <a:normAutofit/>
          </a:bodyPr>
          <a:lstStyle/>
          <a:p>
            <a:r>
              <a:rPr lang="en-US" b="1"/>
              <a:t>Project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9E2A58-5100-D028-0622-B50220F088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9591" y="1444752"/>
            <a:ext cx="5048250" cy="456285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3210" indent="-283210"/>
            <a:r>
              <a:rPr lang="en-US" sz="2400" dirty="0">
                <a:latin typeface="Times New Roman"/>
                <a:cs typeface="Times New Roman"/>
              </a:rPr>
              <a:t>Analyze movie reviews to determine sentiment (positive, negative, neutral) using AWS services</a:t>
            </a:r>
          </a:p>
          <a:p>
            <a:pPr marL="283210" indent="-283210"/>
            <a:r>
              <a:rPr lang="en-US" sz="2400" dirty="0">
                <a:latin typeface="Times New Roman"/>
                <a:cs typeface="Times New Roman"/>
              </a:rPr>
              <a:t>Collect and preprocess movie reviews data</a:t>
            </a:r>
          </a:p>
          <a:p>
            <a:pPr marL="283210" indent="-283210"/>
            <a:r>
              <a:rPr lang="en-US" sz="2400" dirty="0">
                <a:latin typeface="Times New Roman"/>
                <a:cs typeface="Times New Roman"/>
              </a:rPr>
              <a:t>Perform sentiment analysis using NLP techniques</a:t>
            </a:r>
          </a:p>
          <a:p>
            <a:pPr marL="283210" indent="-283210"/>
            <a:r>
              <a:rPr lang="en-US" sz="2400" dirty="0">
                <a:latin typeface="Times New Roman"/>
                <a:cs typeface="Times New Roman"/>
              </a:rPr>
              <a:t>Utilize AWS services for data storage, processing, and visualization</a:t>
            </a:r>
          </a:p>
          <a:p>
            <a:pPr marL="283210" indent="-283210"/>
            <a:r>
              <a:rPr lang="en-US" sz="2400" dirty="0">
                <a:latin typeface="Times New Roman"/>
                <a:cs typeface="Times New Roman"/>
              </a:rPr>
              <a:t>Create a dashboard to display sentiment analysis results</a:t>
            </a:r>
          </a:p>
        </p:txBody>
      </p:sp>
      <p:sp>
        <p:nvSpPr>
          <p:cNvPr id="15" name="Slide Number Placeholder 3">
            <a:extLst>
              <a:ext uri="{FF2B5EF4-FFF2-40B4-BE49-F238E27FC236}">
                <a16:creationId xmlns:a16="http://schemas.microsoft.com/office/drawing/2014/main" id="{A01C2774-BCB3-3DE3-FC34-34293E9D7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6640" y="6517634"/>
            <a:ext cx="950258" cy="274320"/>
          </a:xfrm>
        </p:spPr>
        <p:txBody>
          <a:bodyPr/>
          <a:lstStyle/>
          <a:p>
            <a:pPr>
              <a:spcAft>
                <a:spcPts val="600"/>
              </a:spcAft>
            </a:pPr>
            <a:fld id="{84D792B7-0397-C047-AE12-1A03F7E3DC83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7B5B9FA9-AC36-502F-EE33-B0F9AF5BCB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08250" y="6517634"/>
            <a:ext cx="2572870" cy="274320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presentation title</a:t>
            </a:r>
          </a:p>
        </p:txBody>
      </p:sp>
      <p:sp>
        <p:nvSpPr>
          <p:cNvPr id="19" name="Date Placeholder 5">
            <a:extLst>
              <a:ext uri="{FF2B5EF4-FFF2-40B4-BE49-F238E27FC236}">
                <a16:creationId xmlns:a16="http://schemas.microsoft.com/office/drawing/2014/main" id="{28DCC539-1B2E-9350-2667-4B042399867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622471" y="6517634"/>
            <a:ext cx="950260" cy="274320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20XX</a:t>
            </a:r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21A63B46-D4F6-BF0E-F1AB-DA828AAB6ADA}"/>
              </a:ext>
            </a:extLst>
          </p:cNvPr>
          <p:cNvPicPr>
            <a:picLocks noGrp="1" noChangeAspect="1"/>
          </p:cNvPicPr>
          <p:nvPr>
            <p:ph type="pic" sz="quarter" idx="4294967295"/>
          </p:nvPr>
        </p:nvPicPr>
        <p:blipFill>
          <a:blip r:embed="rId2"/>
          <a:srcRect l="-219" r="-438"/>
          <a:stretch/>
        </p:blipFill>
        <p:spPr>
          <a:xfrm>
            <a:off x="6093137" y="1444752"/>
            <a:ext cx="5516691" cy="4562724"/>
          </a:xfrm>
          <a:noFill/>
        </p:spPr>
      </p:pic>
    </p:spTree>
    <p:extLst>
      <p:ext uri="{BB962C8B-B14F-4D97-AF65-F5344CB8AC3E}">
        <p14:creationId xmlns:p14="http://schemas.microsoft.com/office/powerpoint/2010/main" val="37012148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59025BC-7A1A-3FAF-3BC0-13AF568A2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9112" y="54864"/>
            <a:ext cx="8165592" cy="969264"/>
          </a:xfrm>
        </p:spPr>
        <p:txBody>
          <a:bodyPr anchor="ctr">
            <a:normAutofit/>
          </a:bodyPr>
          <a:lstStyle/>
          <a:p>
            <a:r>
              <a:rPr lang="en-US" b="1"/>
              <a:t>Methodology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52DFB8-B7A2-DE8A-3E38-FC31706127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22156" y="1444752"/>
            <a:ext cx="6098773" cy="456285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285750" indent="-285750">
              <a:buFont typeface="Arial"/>
              <a:buChar char="•"/>
            </a:pPr>
            <a:endParaRPr lang="en-US" sz="2400" dirty="0">
              <a:latin typeface="Times New Roman"/>
              <a:cs typeface="Times New Roman"/>
            </a:endParaRPr>
          </a:p>
          <a:p>
            <a:pPr marL="852170" lvl="1" indent="-285750">
              <a:buFont typeface="Wingdings"/>
              <a:buChar char="§"/>
            </a:pPr>
            <a:r>
              <a:rPr lang="en-US" b="1" dirty="0">
                <a:latin typeface="Times New Roman"/>
                <a:cs typeface="Times New Roman"/>
              </a:rPr>
              <a:t>Data Collection:</a:t>
            </a:r>
            <a:r>
              <a:rPr lang="en-US" dirty="0">
                <a:latin typeface="Times New Roman"/>
                <a:cs typeface="Times New Roman"/>
              </a:rPr>
              <a:t> Download dataset and upload it to AWS S3</a:t>
            </a:r>
          </a:p>
          <a:p>
            <a:pPr marL="852170" lvl="1" indent="-285750">
              <a:buFont typeface="Wingdings"/>
              <a:buChar char="§"/>
            </a:pPr>
            <a:r>
              <a:rPr lang="en-US" b="1" dirty="0">
                <a:latin typeface="Times New Roman"/>
                <a:cs typeface="Times New Roman"/>
              </a:rPr>
              <a:t>Data Preprocessing:</a:t>
            </a:r>
            <a:r>
              <a:rPr lang="en-US" dirty="0">
                <a:latin typeface="Times New Roman"/>
                <a:cs typeface="Times New Roman"/>
              </a:rPr>
              <a:t> Using AWS Lambda to clean and preprocess data</a:t>
            </a:r>
          </a:p>
          <a:p>
            <a:pPr marL="852170" lvl="1" indent="-285750">
              <a:buFont typeface="Wingdings"/>
              <a:buChar char="§"/>
            </a:pPr>
            <a:r>
              <a:rPr lang="en-US" b="1" dirty="0">
                <a:latin typeface="Times New Roman"/>
                <a:cs typeface="Times New Roman"/>
              </a:rPr>
              <a:t>Sentiment Analysis:</a:t>
            </a:r>
            <a:r>
              <a:rPr lang="en-US" dirty="0">
                <a:latin typeface="Times New Roman"/>
                <a:cs typeface="Times New Roman"/>
              </a:rPr>
              <a:t> Train and deploy a model using AWS SageMaker</a:t>
            </a:r>
          </a:p>
          <a:p>
            <a:pPr marL="852170" lvl="1" indent="-285750">
              <a:buFont typeface="Wingdings"/>
              <a:buChar char="§"/>
            </a:pPr>
            <a:r>
              <a:rPr lang="en-US" b="1" dirty="0">
                <a:latin typeface="Times New Roman"/>
                <a:cs typeface="Times New Roman"/>
              </a:rPr>
              <a:t>Data Processing:</a:t>
            </a:r>
            <a:r>
              <a:rPr lang="en-US" dirty="0">
                <a:latin typeface="Times New Roman"/>
                <a:cs typeface="Times New Roman"/>
              </a:rPr>
              <a:t> Use AWS Glue for ETL operations</a:t>
            </a:r>
          </a:p>
          <a:p>
            <a:pPr marL="852170" lvl="1" indent="-285750">
              <a:buFont typeface="Wingdings"/>
              <a:buChar char="§"/>
            </a:pPr>
            <a:r>
              <a:rPr lang="en-US" b="1" dirty="0">
                <a:latin typeface="Times New Roman"/>
                <a:cs typeface="Times New Roman"/>
              </a:rPr>
              <a:t>Data Visualization:</a:t>
            </a:r>
            <a:r>
              <a:rPr lang="en-US" dirty="0">
                <a:latin typeface="Times New Roman"/>
                <a:cs typeface="Times New Roman"/>
              </a:rPr>
              <a:t> Create visualizations using Azure Data Studio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A127E98-F085-5A66-9D65-E2BAC77B0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6640" y="6517634"/>
            <a:ext cx="950258" cy="27432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84D792B7-0397-C047-AE12-1A03F7E3DC83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5AF93863-763B-590D-9D57-2E4C5A8E97A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622471" y="6517634"/>
            <a:ext cx="950260" cy="27432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20XX</a:t>
            </a:r>
          </a:p>
        </p:txBody>
      </p:sp>
      <p:pic>
        <p:nvPicPr>
          <p:cNvPr id="7" name="Picture Placeholder 6" descr="A green square with blue arrows&#10;&#10;Description automatically generated">
            <a:extLst>
              <a:ext uri="{FF2B5EF4-FFF2-40B4-BE49-F238E27FC236}">
                <a16:creationId xmlns:a16="http://schemas.microsoft.com/office/drawing/2014/main" id="{3690EACD-3FA3-16A2-9EDA-916E6A542E3A}"/>
              </a:ext>
            </a:extLst>
          </p:cNvPr>
          <p:cNvPicPr>
            <a:picLocks noGrp="1" noChangeAspect="1"/>
          </p:cNvPicPr>
          <p:nvPr>
            <p:ph type="pic" sz="quarter" idx="4294967295"/>
          </p:nvPr>
        </p:nvPicPr>
        <p:blipFill>
          <a:blip r:embed="rId2"/>
          <a:srcRect l="4538" r="13459"/>
          <a:stretch/>
        </p:blipFill>
        <p:spPr>
          <a:xfrm>
            <a:off x="5885991" y="1444752"/>
            <a:ext cx="5846212" cy="4252183"/>
          </a:xfrm>
          <a:noFill/>
        </p:spPr>
      </p:pic>
    </p:spTree>
    <p:extLst>
      <p:ext uri="{BB962C8B-B14F-4D97-AF65-F5344CB8AC3E}">
        <p14:creationId xmlns:p14="http://schemas.microsoft.com/office/powerpoint/2010/main" val="31688526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5B19C86-33A9-9600-DA3A-926F0E8A98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287" y="2363058"/>
            <a:ext cx="5021418" cy="3528991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342900" indent="-342900" algn="l">
              <a:spcBef>
                <a:spcPts val="0"/>
              </a:spcBef>
              <a:buFont typeface="Arial,Sans-Serif"/>
              <a:buChar char="•"/>
            </a:pPr>
            <a:r>
              <a:rPr lang="en-US" sz="2400" b="1" dirty="0">
                <a:latin typeface="Times New Roman"/>
                <a:cs typeface="Arial"/>
              </a:rPr>
              <a:t>S3:</a:t>
            </a:r>
            <a:r>
              <a:rPr lang="en-US" sz="2400" dirty="0">
                <a:latin typeface="Times New Roman"/>
                <a:cs typeface="Arial"/>
              </a:rPr>
              <a:t> Data storage for movie reviews and processed data</a:t>
            </a:r>
            <a:endParaRPr lang="en-US" sz="2400"/>
          </a:p>
          <a:p>
            <a:pPr marL="285750" indent="-285750" algn="l">
              <a:buFont typeface="Arial,Sans-Serif"/>
              <a:buChar char="•"/>
            </a:pPr>
            <a:r>
              <a:rPr lang="en-US" sz="2400" b="1" dirty="0">
                <a:latin typeface="Times New Roman"/>
                <a:cs typeface="Arial"/>
              </a:rPr>
              <a:t>Lambda (Alternative Tools):</a:t>
            </a:r>
            <a:r>
              <a:rPr lang="en-US" sz="2400" dirty="0">
                <a:latin typeface="Times New Roman"/>
                <a:cs typeface="Arial"/>
              </a:rPr>
              <a:t> Data preprocessing (with alternative solutions if Lambda is unavailable)</a:t>
            </a:r>
          </a:p>
          <a:p>
            <a:pPr marL="285750" indent="-285750" algn="l">
              <a:buFont typeface="Arial,Sans-Serif"/>
              <a:buChar char="•"/>
            </a:pPr>
            <a:r>
              <a:rPr lang="en-US" sz="2400" b="1" dirty="0">
                <a:latin typeface="Times New Roman"/>
                <a:cs typeface="Arial"/>
              </a:rPr>
              <a:t>SageMaker:</a:t>
            </a:r>
            <a:r>
              <a:rPr lang="en-US" sz="2400" dirty="0">
                <a:latin typeface="Times New Roman"/>
                <a:cs typeface="Arial"/>
              </a:rPr>
              <a:t> Training and deploying sentiment analysis models</a:t>
            </a:r>
          </a:p>
          <a:p>
            <a:pPr marL="285750" indent="-285750" algn="l">
              <a:buFont typeface="Arial,Sans-Serif"/>
              <a:buChar char="•"/>
            </a:pPr>
            <a:r>
              <a:rPr lang="en-US" sz="2400" b="1" dirty="0">
                <a:latin typeface="Times New Roman"/>
                <a:cs typeface="Arial"/>
              </a:rPr>
              <a:t>Glue:</a:t>
            </a:r>
            <a:r>
              <a:rPr lang="en-US" sz="2400" dirty="0">
                <a:latin typeface="Times New Roman"/>
                <a:cs typeface="Arial"/>
              </a:rPr>
              <a:t> Data processing and ETL operations</a:t>
            </a:r>
          </a:p>
          <a:p>
            <a:pPr algn="l">
              <a:spcBef>
                <a:spcPts val="0"/>
              </a:spcBef>
            </a:pPr>
            <a:endParaRPr lang="en-US" sz="2400" dirty="0">
              <a:latin typeface="Times New Roman"/>
              <a:cs typeface="Times New Roman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9E8ADD4-0A56-C918-4258-68E3D49EF1B3}"/>
              </a:ext>
            </a:extLst>
          </p:cNvPr>
          <p:cNvSpPr txBox="1"/>
          <p:nvPr/>
        </p:nvSpPr>
        <p:spPr>
          <a:xfrm>
            <a:off x="499281" y="1355976"/>
            <a:ext cx="5566113" cy="4651632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Ctr="0" forceAA="0" compatLnSpc="1">
            <a:prstTxWarp prst="textNoShape">
              <a:avLst/>
            </a:prstTxWarp>
            <a:normAutofit/>
          </a:bodyPr>
          <a:lstStyle/>
          <a:p>
            <a:pPr>
              <a:spcBef>
                <a:spcPts val="1000"/>
              </a:spcBef>
            </a:pPr>
            <a:r>
              <a:rPr lang="en-US" sz="3600" b="1" kern="1200" dirty="0">
                <a:latin typeface="Times New Roman"/>
                <a:cs typeface="Times New Roman"/>
              </a:rPr>
              <a:t>AWS Services Used</a:t>
            </a:r>
            <a:endParaRPr lang="en-US" sz="3600" kern="1200">
              <a:latin typeface="Times New Roman"/>
              <a:cs typeface="Times New Roman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7018BA-623E-D51E-BE0E-F23E62CC3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6640" y="6517634"/>
            <a:ext cx="950258" cy="27432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84D792B7-0397-C047-AE12-1A03F7E3DC83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7A5FDE-1153-51BC-BC63-9067CD0137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08250" y="6517634"/>
            <a:ext cx="2572870" cy="27432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presentation 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F97B505-A442-09AA-E04D-D58275607BA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622471" y="6517634"/>
            <a:ext cx="950260" cy="27432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20XX</a:t>
            </a:r>
          </a:p>
        </p:txBody>
      </p:sp>
      <p:pic>
        <p:nvPicPr>
          <p:cNvPr id="11" name="Picture Placeholder 10" descr="A diagram of software development&#10;&#10;Description automatically generated">
            <a:extLst>
              <a:ext uri="{FF2B5EF4-FFF2-40B4-BE49-F238E27FC236}">
                <a16:creationId xmlns:a16="http://schemas.microsoft.com/office/drawing/2014/main" id="{8FCBA22A-F31A-2D51-F52B-C2591CDF5B24}"/>
              </a:ext>
            </a:extLst>
          </p:cNvPr>
          <p:cNvPicPr>
            <a:picLocks noGrp="1" noChangeAspect="1"/>
          </p:cNvPicPr>
          <p:nvPr>
            <p:ph type="pic" sz="quarter" idx="4294967295"/>
          </p:nvPr>
        </p:nvPicPr>
        <p:blipFill>
          <a:blip r:embed="rId2"/>
          <a:srcRect l="4717" r="12307" b="3"/>
          <a:stretch/>
        </p:blipFill>
        <p:spPr>
          <a:xfrm>
            <a:off x="6226302" y="1444752"/>
            <a:ext cx="5048250" cy="4562856"/>
          </a:xfrm>
          <a:noFill/>
        </p:spPr>
      </p:pic>
    </p:spTree>
    <p:extLst>
      <p:ext uri="{BB962C8B-B14F-4D97-AF65-F5344CB8AC3E}">
        <p14:creationId xmlns:p14="http://schemas.microsoft.com/office/powerpoint/2010/main" val="21469251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7BA72-039E-DC2E-355E-F1172D227B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9112" y="54864"/>
            <a:ext cx="8165592" cy="969264"/>
          </a:xfrm>
        </p:spPr>
        <p:txBody>
          <a:bodyPr anchor="ctr">
            <a:normAutofit/>
          </a:bodyPr>
          <a:lstStyle/>
          <a:p>
            <a:r>
              <a:rPr lang="en-US" b="1"/>
              <a:t>Results: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BC2971-7886-2287-75E6-F484F930D5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7552" y="1444752"/>
            <a:ext cx="5048250" cy="456285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3210" indent="-283210"/>
            <a:r>
              <a:rPr lang="en-US" b="1" dirty="0"/>
              <a:t>Sentiment Analysis:</a:t>
            </a:r>
            <a:r>
              <a:rPr lang="en-US" dirty="0"/>
              <a:t> Percentage breakdown of positive, neutral, and negative reviews</a:t>
            </a:r>
          </a:p>
          <a:p>
            <a:pPr marL="283210" indent="-283210"/>
            <a:r>
              <a:rPr lang="en-US" b="1" dirty="0"/>
              <a:t>Visualizations:</a:t>
            </a:r>
            <a:r>
              <a:rPr lang="en-US" dirty="0"/>
              <a:t> Example graphs from Azure Data Studio (e.g., bar chart, pie chart)</a:t>
            </a:r>
          </a:p>
          <a:p>
            <a:pPr marL="283210" indent="-283210"/>
            <a:r>
              <a:rPr lang="en-US" b="1" dirty="0"/>
              <a:t>Insights:</a:t>
            </a:r>
            <a:r>
              <a:rPr lang="en-US" dirty="0"/>
              <a:t> Key findings from the sentiment analysis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1A815897-F8B8-2427-BC3B-2B4F48408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6640" y="6517634"/>
            <a:ext cx="950258" cy="27432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84D792B7-0397-C047-AE12-1A03F7E3DC83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65ECF71F-9B83-DC76-FA0B-F6ED68A71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08250" y="6517634"/>
            <a:ext cx="2572870" cy="27432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presentation title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BC0CFEBF-213D-E499-0C6B-AC54D1E989A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622471" y="6517634"/>
            <a:ext cx="950260" cy="27432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20XX</a:t>
            </a:r>
          </a:p>
        </p:txBody>
      </p:sp>
      <p:pic>
        <p:nvPicPr>
          <p:cNvPr id="20" name="Picture Placeholder 19" descr="A grey rectangular box with black text&#10;&#10;Description automatically generated">
            <a:extLst>
              <a:ext uri="{FF2B5EF4-FFF2-40B4-BE49-F238E27FC236}">
                <a16:creationId xmlns:a16="http://schemas.microsoft.com/office/drawing/2014/main" id="{53C15031-0E28-1A4E-658D-BCFCD3A409A6}"/>
              </a:ext>
            </a:extLst>
          </p:cNvPr>
          <p:cNvPicPr>
            <a:picLocks noGrp="1" noChangeAspect="1"/>
          </p:cNvPicPr>
          <p:nvPr>
            <p:ph type="pic" sz="quarter" idx="4294967295"/>
          </p:nvPr>
        </p:nvPicPr>
        <p:blipFill>
          <a:blip r:embed="rId2"/>
          <a:srcRect r="3" b="2289"/>
          <a:stretch/>
        </p:blipFill>
        <p:spPr>
          <a:xfrm>
            <a:off x="6226302" y="1444752"/>
            <a:ext cx="5048250" cy="4562856"/>
          </a:xfrm>
          <a:noFill/>
        </p:spPr>
      </p:pic>
    </p:spTree>
    <p:extLst>
      <p:ext uri="{BB962C8B-B14F-4D97-AF65-F5344CB8AC3E}">
        <p14:creationId xmlns:p14="http://schemas.microsoft.com/office/powerpoint/2010/main" val="5658025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AEB5D-C504-369F-0181-B405490768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9112" y="54864"/>
            <a:ext cx="8165592" cy="969264"/>
          </a:xfrm>
        </p:spPr>
        <p:txBody>
          <a:bodyPr anchor="ctr">
            <a:normAutofit/>
          </a:bodyPr>
          <a:lstStyle/>
          <a:p>
            <a:r>
              <a:rPr lang="en-US"/>
              <a:t>Challenges and Learnings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A841990-F92B-71BE-C206-FC1157F65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6640" y="6517634"/>
            <a:ext cx="950258" cy="27432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84D792B7-0397-C047-AE12-1A03F7E3DC83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5086353-5676-19E6-895A-6E5719BD8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08250" y="6517634"/>
            <a:ext cx="2572870" cy="27432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presentation title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7AC2FFE-50C5-9217-F17B-6F445151A7F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622471" y="6517634"/>
            <a:ext cx="950260" cy="27432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20XX</a:t>
            </a:r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1872B9DC-6BE3-359E-4D8E-0C6DECC3DB4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87201646"/>
              </p:ext>
            </p:extLst>
          </p:nvPr>
        </p:nvGraphicFramePr>
        <p:xfrm>
          <a:off x="987552" y="1444752"/>
          <a:ext cx="10287000" cy="45628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533868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D8761-2537-7A8E-AAF5-0200BA2744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9112" y="54864"/>
            <a:ext cx="8165592" cy="969264"/>
          </a:xfrm>
        </p:spPr>
        <p:txBody>
          <a:bodyPr anchor="ctr">
            <a:normAutofit/>
          </a:bodyPr>
          <a:lstStyle/>
          <a:p>
            <a:r>
              <a:rPr lang="en-US" dirty="0"/>
              <a:t>THANK YOU</a:t>
            </a:r>
          </a:p>
        </p:txBody>
      </p:sp>
      <p:pic>
        <p:nvPicPr>
          <p:cNvPr id="17" name="Picture Placeholder 16" descr="A diagram of a company&#10;&#10;Description automatically generated">
            <a:extLst>
              <a:ext uri="{FF2B5EF4-FFF2-40B4-BE49-F238E27FC236}">
                <a16:creationId xmlns:a16="http://schemas.microsoft.com/office/drawing/2014/main" id="{F0755971-834E-7C69-A15D-42CF7BF7E5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7884" b="14108"/>
          <a:stretch/>
        </p:blipFill>
        <p:spPr>
          <a:xfrm>
            <a:off x="987552" y="1444752"/>
            <a:ext cx="10287205" cy="4943531"/>
          </a:xfrm>
          <a:noFill/>
        </p:spPr>
      </p:pic>
      <p:sp>
        <p:nvSpPr>
          <p:cNvPr id="22" name="Slide Number Placeholder 3">
            <a:extLst>
              <a:ext uri="{FF2B5EF4-FFF2-40B4-BE49-F238E27FC236}">
                <a16:creationId xmlns:a16="http://schemas.microsoft.com/office/drawing/2014/main" id="{E523DB67-E0AF-FA3E-0158-13962C2BA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6640" y="6517634"/>
            <a:ext cx="950258" cy="274320"/>
          </a:xfrm>
        </p:spPr>
        <p:txBody>
          <a:bodyPr/>
          <a:lstStyle/>
          <a:p>
            <a:pPr>
              <a:spcAft>
                <a:spcPts val="600"/>
              </a:spcAft>
            </a:pPr>
            <a:fld id="{84D792B7-0397-C047-AE12-1A03F7E3DC83}" type="slidenum">
              <a:rPr lang="en-US" smtClean="0"/>
              <a:pPr>
                <a:spcAft>
                  <a:spcPts val="600"/>
                </a:spcAft>
              </a:pPr>
              <a:t>7</a:t>
            </a:fld>
            <a:endParaRPr lang="en-US"/>
          </a:p>
        </p:txBody>
      </p:sp>
      <p:sp>
        <p:nvSpPr>
          <p:cNvPr id="26" name="Date Placeholder 5">
            <a:extLst>
              <a:ext uri="{FF2B5EF4-FFF2-40B4-BE49-F238E27FC236}">
                <a16:creationId xmlns:a16="http://schemas.microsoft.com/office/drawing/2014/main" id="{C47EB23D-7529-14B1-2F5A-09FE46ABAC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622471" y="6517634"/>
            <a:ext cx="950260" cy="274320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16257598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33">
      <a:dk1>
        <a:srgbClr val="000000"/>
      </a:dk1>
      <a:lt1>
        <a:srgbClr val="FFFFFF"/>
      </a:lt1>
      <a:dk2>
        <a:srgbClr val="59512B"/>
      </a:dk2>
      <a:lt2>
        <a:srgbClr val="E7E4E6"/>
      </a:lt2>
      <a:accent1>
        <a:srgbClr val="F8F4EC"/>
      </a:accent1>
      <a:accent2>
        <a:srgbClr val="474134"/>
      </a:accent2>
      <a:accent3>
        <a:srgbClr val="E5E0D8"/>
      </a:accent3>
      <a:accent4>
        <a:srgbClr val="B6A592"/>
      </a:accent4>
      <a:accent5>
        <a:srgbClr val="F4F0ED"/>
      </a:accent5>
      <a:accent6>
        <a:srgbClr val="CEC5A7"/>
      </a:accent6>
      <a:hlink>
        <a:srgbClr val="827D57"/>
      </a:hlink>
      <a:folHlink>
        <a:srgbClr val="867052"/>
      </a:folHlink>
    </a:clrScheme>
    <a:fontScheme name="Custom 31">
      <a:majorFont>
        <a:latin typeface="Felix Titling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ty-Design-Berlin-Presentation_Win32_SW_v11" id="{A1E1012F-E9F8-4F40-92C8-C50A5DD6BDB3}" vid="{84DD5023-C7E9-4B03-B2A5-92320E38EFA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5" ma:contentTypeDescription="Create a new document." ma:contentTypeScope="" ma:versionID="e02306daf00165b375dc6a58966960b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df88fb76bf5f555224557953949c1ec9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7B04EA5-0343-4579-A177-61682A6D2ED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09262BC-C013-4067-8A15-9DCD1281E34D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08AEB05A-1290-41EF-A3CD-520462C3FF1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434</Words>
  <Application>Microsoft Office PowerPoint</Application>
  <PresentationFormat>Widescreen</PresentationFormat>
  <Paragraphs>154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Sentiment Analysis of Movie Reviews Using AWS  BY: Group#15 Jeevan Kumar Banoth (Roll no: 5) Chakravarthi Boora (Roll no: 7) Uday Reddy Polepally (Roll no: 44)</vt:lpstr>
      <vt:lpstr>Project Objectives</vt:lpstr>
      <vt:lpstr>Methodology</vt:lpstr>
      <vt:lpstr>S3: Data storage for movie reviews and processed data Lambda (Alternative Tools): Data preprocessing (with alternative solutions if Lambda is unavailable) SageMaker: Training and deploying sentiment analysis models Glue: Data processing and ETL operations </vt:lpstr>
      <vt:lpstr>Results:</vt:lpstr>
      <vt:lpstr>Challenges and Learnings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 TITLE</dc:title>
  <dc:creator/>
  <cp:lastModifiedBy/>
  <cp:revision>228</cp:revision>
  <dcterms:created xsi:type="dcterms:W3CDTF">2022-09-08T06:38:04Z</dcterms:created>
  <dcterms:modified xsi:type="dcterms:W3CDTF">2024-08-10T20:54:16Z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