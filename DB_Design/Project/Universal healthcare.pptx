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0" r:id="rId1"/>
  </p:sldMasterIdLst>
  <p:notesMasterIdLst>
    <p:notesMasterId r:id="rId11"/>
  </p:notesMasterIdLst>
  <p:sldIdLst>
    <p:sldId id="256" r:id="rId2"/>
    <p:sldId id="257" r:id="rId3"/>
    <p:sldId id="258" r:id="rId4"/>
    <p:sldId id="259" r:id="rId5"/>
    <p:sldId id="261" r:id="rId6"/>
    <p:sldId id="262" r:id="rId7"/>
    <p:sldId id="260" r:id="rId8"/>
    <p:sldId id="263" r:id="rId9"/>
    <p:sldId id="264" r:id="rId10"/>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741" autoAdjust="0"/>
  </p:normalViewPr>
  <p:slideViewPr>
    <p:cSldViewPr snapToGrid="0">
      <p:cViewPr>
        <p:scale>
          <a:sx n="62" d="100"/>
          <a:sy n="62" d="100"/>
        </p:scale>
        <p:origin x="1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4:56.913"/>
    </inkml:context>
    <inkml:brush xml:id="br0">
      <inkml:brushProperty name="width" value="0.35" units="cm"/>
      <inkml:brushProperty name="height" value="0.35" units="cm"/>
      <inkml:brushProperty name="color" value="#FFFFFF"/>
    </inkml:brush>
  </inkml:definitions>
  <inkml:trace contextRef="#ctx0" brushRef="#br0">46 1 24575,'-3'18'0,"-16"82"0,-5 23-8191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4:52.129"/>
    </inkml:context>
    <inkml:brush xml:id="br0">
      <inkml:brushProperty name="width" value="0.35" units="cm"/>
      <inkml:brushProperty name="height" value="0.35" units="cm"/>
      <inkml:brushProperty name="color" value="#FFFFFF"/>
    </inkml:brush>
  </inkml:definitions>
  <inkml:trace contextRef="#ctx0" brushRef="#br0">1 1 24575,'0'2'0,"0"14"0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4:52.659"/>
    </inkml:context>
    <inkml:brush xml:id="br0">
      <inkml:brushProperty name="width" value="0.35" units="cm"/>
      <inkml:brushProperty name="height" value="0.35" units="cm"/>
      <inkml:brushProperty name="color" value="#FFFFFF"/>
    </inkml:brush>
  </inkml:definitions>
  <inkml:trace contextRef="#ctx0" brushRef="#br0">5 11 24575,'-3'25'0,"2"47"0,2-23 0,21 648-587,22 14 0,-38-629 617,18 436 519,-25-495-252,-1-40 1,-13-268-298,11 47 0,49-1303-2039,-38 1434 2039,-7 117 213,-1 8 395,0-1 1,-6 31 0,-3-16-1974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4:58.291"/>
    </inkml:context>
    <inkml:brush xml:id="br0">
      <inkml:brushProperty name="width" value="0.35" units="cm"/>
      <inkml:brushProperty name="height" value="0.35" units="cm"/>
      <inkml:brushProperty name="color" value="#FFFFFF"/>
    </inkml:brush>
  </inkml:definitions>
  <inkml:trace contextRef="#ctx0" brushRef="#br0">13 3940 24575,'-1'-5'0,"-10"-185"0,16 105 0,12-112 0,57-554-465,31-345-353,-81 791 818,27-277 0,29 22 0,-50 427 869,-19 102-505,-11 31-363,1 0 0,-1 0 1,0-1-1,0 1 0,0 0 0,1-1 0,-1 1 0,0 0 0,0 0 0,1-1 1,-1 1-1,0 0 0,0 0 0,1 0 0,-1-1 0,0 1 0,1 0 0,-1 0 0,0 0 1,1 0-1,-1 0 0,0 0 0,1 0 0,-1 0 0,0 0 0,1 0 0,-1 0 0,0 0 1,1 0-1,-1 0 0,0 0 0,1 0 0,-1 0 0,0 0 0,1 0 0,-1 0 1,0 1-1,1-1 0,-1 0 0,0 0 0,1 0 0,-1 1 0,0-1 0,0 0 0,1 0 1,-1 1-1,0-1 0,0 0 0,0 0 0,1 1 0,-1-1 0,0 0 0,0 1 0,0-1 1,0 1-1,11 22-14,-4 6 13,0 0 0,-2 1 0,3 41 0,-6-51 0,21 462 342,-26 1-2049,-5-187-5119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4:58.646"/>
    </inkml:context>
    <inkml:brush xml:id="br0">
      <inkml:brushProperty name="width" value="0.35" units="cm"/>
      <inkml:brushProperty name="height" value="0.35" units="cm"/>
      <inkml:brushProperty name="color" value="#FFFFFF"/>
    </inkml:brush>
  </inkml:definitions>
  <inkml:trace contextRef="#ctx0" brushRef="#br0">31 3074 24575,'0'0'0</inkml:trace>
  <inkml:trace contextRef="#ctx0" brushRef="#br0" timeOffset="1">1 3642 24575,'0'5'0,"0"9"0,0 5 0,0 5 0,0-3 0,0 1 0,0-3 0,2-21 0,7-45 0,6-76 0,8-72 0,9-64 0,9-75 0,10-53 0,4 2 0,1 48-983,-1 47 13,-11 73-5268</inkml:trace>
  <inkml:trace contextRef="#ctx0" brushRef="#br0" timeOffset="2">761 0 24575,'3'8'0,"3"7"0,11 21 0,10 28 0,6 21 0,-2-4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4:58.971"/>
    </inkml:context>
    <inkml:brush xml:id="br0">
      <inkml:brushProperty name="width" value="0.35" units="cm"/>
      <inkml:brushProperty name="height" value="0.35" units="cm"/>
      <inkml:brushProperty name="color" value="#FFFFFF"/>
    </inkml:brush>
  </inkml:definitions>
  <inkml:trace contextRef="#ctx0" brushRef="#br0">0 0 24575,'0'20'0,"0"38"0,3 53 0,3 42 0,3 10 0,1-15 0,0-20 0,2-22 0,-1-29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4:59.327"/>
    </inkml:context>
    <inkml:brush xml:id="br0">
      <inkml:brushProperty name="width" value="0.35" units="cm"/>
      <inkml:brushProperty name="height" value="0.35" units="cm"/>
      <inkml:brushProperty name="color" value="#FFFFFF"/>
    </inkml:brush>
  </inkml:definitions>
  <inkml:trace contextRef="#ctx0" brushRef="#br0">1 3906 24575,'11'-179'0,"-3"91"0,17-189 0,290-2190-3768,-313 2454 3759,60-334-185,23 16 129,-83 323 72,8-22 534,23-50 0,-30 74-437,0-1 0,1 1 0,0 0 1,0 0-1,0 1 0,0-1 1,1 1-1,0 0 0,1 0 0,-1 1 1,1-1-1,-1 1 0,11-5 0,8 3-566</inkml:trace>
  <inkml:trace contextRef="#ctx0" brushRef="#br0" timeOffset="1">778 1741 24575,'0'31'0,"0"65"0,0 144 0,2 51 0,4-3-983,3 2 0,0-48-5242</inkml:trace>
  <inkml:trace contextRef="#ctx0" brushRef="#br0" timeOffset="2">928 4220 24575,'0'0'0,"6"2"0,1 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4:59.699"/>
    </inkml:context>
    <inkml:brush xml:id="br0">
      <inkml:brushProperty name="width" value="0.35" units="cm"/>
      <inkml:brushProperty name="height" value="0.35" units="cm"/>
      <inkml:brushProperty name="color" value="#FFFFFF"/>
    </inkml:brush>
  </inkml:definitions>
  <inkml:trace contextRef="#ctx0" brushRef="#br0">0 2321 24575,'104'-407'-177,"-31"0"-357,-49 262 262,180-906-998,-192 996 1557,37-97 0,-44 140-273,0 0 0,2 1 0,-1 0 0,1 0 0,15-17 0,-21 26 6,0 1 1,0 0-1,0-1 0,0 1 1,0 0-1,1 0 0,-1 0 1,0 0-1,1 0 1,-1 0-1,1 0 0,-1 1 1,0-1-1,1 0 0,0 1 1,-1-1-1,1 1 0,-1-1 1,1 1-1,0 0 0,-1 0 1,1 0-1,0 0 0,-1 0 1,1 0-1,0 0 0,-1 1 1,3 0-1,-2 0 24,0 0 1,-1 0-1,1 1 1,0-1-1,0 1 1,-1-1-1,1 1 1,-1-1-1,0 1 0,1 0 1,-1 0-1,1 2 1,2 3 16,-1 0 0,0 1 1,-1 0-1,3 11 0,26 173 37,-1 85-261,14 1114-2897,-47-1134-1885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0.037"/>
    </inkml:context>
    <inkml:brush xml:id="br0">
      <inkml:brushProperty name="width" value="0.35" units="cm"/>
      <inkml:brushProperty name="height" value="0.35" units="cm"/>
      <inkml:brushProperty name="color" value="#FFFFFF"/>
    </inkml:brush>
  </inkml:definitions>
  <inkml:trace contextRef="#ctx0" brushRef="#br0">19 4287 24575,'4'97'0,"-1"24"0,-7-55 0,1-53 0,0-26 0,-6-128 0,4-198 0,3-110-164,11-845-2331,-8 1161 2205,3-250-693,11-388-1196,44 22 1628,-50 679 1022,29-114-1,-37 181-429,1-3 85,0-1 0,0 1 0,0 0 1,1 0-1,6-10 0,-9 15-108,1 1 1,-1-1-1,1 1 0,-1-1 1,0 1-1,1-1 0,-1 1 0,1-1 1,-1 1-1,1 0 0,-1-1 1,1 1-1,0 0 0,-1 0 0,1-1 1,-1 1-1,1 0 0,0 0 1,-1 0-1,1 0 0,-1 0 0,1 0 1,0 0-1,-1 0 0,1 0 1,1 0-1,-1 1 27,1 0 0,0 0 0,-1 0 0,1 0 0,-1 1 0,0-1 0,1 0 0,-1 1-1,0-1 1,0 1 0,0-1 0,0 1 0,0 0 0,1 1 0,8 19-73,-1 1 0,9 32 0,18 81-4324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0.398"/>
    </inkml:context>
    <inkml:brush xml:id="br0">
      <inkml:brushProperty name="width" value="0.35" units="cm"/>
      <inkml:brushProperty name="height" value="0.35" units="cm"/>
      <inkml:brushProperty name="color" value="#FFFFFF"/>
    </inkml:brush>
  </inkml:definitions>
  <inkml:trace contextRef="#ctx0" brushRef="#br0">0 1942 24575,'19'199'0,"1"75"0,3 65-164,133 1563-3546,-149-1816 4327,-7-86-612,0 0 0,0 1-1,0-1 1,0 1-1,0-1 1,0 0 0,0 1-1,0-1 1,0 0 0,0 1-1,0-1 1,0 0 0,0 1-1,0-1 1,-1 1 0,1-1-1,0 0 1,0 0 0,0 1-1,0-1 1,-1 0 0,1 1-1,0-1 1,0 0 0,-1 1-1,1-1 1,0 0 0,-1 1-1,-6-10 16,2-2-20,0 0 0,1-1 0,-5-18 0,-23-109 20,-14-146 1,3-169 764,-8-668-1594,37-2 212,12 834 181,0 75-3677</inkml:trace>
  <inkml:trace contextRef="#ctx0" brushRef="#br0" timeOffset="1">47 0 24575,'2'11'0,"1"2"0</inkml:trace>
  <inkml:trace contextRef="#ctx0" brushRef="#br0" timeOffset="2">366 3270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0.819"/>
    </inkml:context>
    <inkml:brush xml:id="br0">
      <inkml:brushProperty name="width" value="0.35" units="cm"/>
      <inkml:brushProperty name="height" value="0.35" units="cm"/>
      <inkml:brushProperty name="color" value="#FFFFFF"/>
    </inkml:brush>
  </inkml:definitions>
  <inkml:trace contextRef="#ctx0" brushRef="#br0">520 3598 24575,'0'26'0,"0"-12"0,1-17 0,1-36 0,9-238 34,10-233-232,27-570-871,-42-4 1135,2 531-66,0 487 164,1 42 403,-9 24-562,0 0 1,0-1-1,0 1 0,0 0 1,0 0-1,0 0 0,0 0 1,0 0-1,0 0 0,0 0 1,0 0-1,1 0 0,-1 0 1,0-1-1,0 1 0,0 0 1,0 0-1,0 0 0,0 0 1,0 0-1,0 0 0,1 0 1,-1 0-1,0 0 0,0 0 1,0 0-1,0 0 0,0 0 1,0 0-1,1 0 0,-1 0 1,0 0-1,0 0 0,0 0 1,0 0-1,0 0 0,0 0 1,0 1-1,1-1 0,-1 0 1,0 0-1,0 0 0,0 0 1,0 0-1,0 0 0,0 0 1,0 0-1,0 0 0,0 0 1,0 1-1,5 14 129,-2 17-126,-1 0 0,-1 0 1,-5 39-1,1-23-11,-12 181 3,-12 86-164,-5 52-612,-109 1359-2252,135-1644 3042,-11 146-44,-15-19 210,29-196 25,-1 1 1,-9 20 0,11-30-88,0 0 1,-1 1-1,1-1 1,-1 0-1,0 0 1,0 0-1,-1 0 1,1-1-1,-6 5 1,9-8-69,-1 1 0,0 0 0,0 0 0,0-1 0,0 1 0,-1-1 0,1 1 0,0-1 0,0 1-1,0-1 1,0 0 0,-1 1 0,1-1 0,0 0 0,0 0 0,0 0 0,-1 0 0,1 0 0,0 0 0,-2 0 0,1-1 4,0 0 0,1 0 1,-1 0-1,0 0 0,1 0 0,-1-1 1,1 1-1,0 0 0,-1-1 0,1 1 0,0-1 1,0 1-1,-2-4 0,-8-15-15,2-1 1,0 0-1,2-1 0,-10-44 1,13 51-43,-32-145 3,-7-74 0,-53-480-2020,57 382-4151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1.162"/>
    </inkml:context>
    <inkml:brush xml:id="br0">
      <inkml:brushProperty name="width" value="0.35" units="cm"/>
      <inkml:brushProperty name="height" value="0.35" units="cm"/>
      <inkml:brushProperty name="color" value="#FFFFFF"/>
    </inkml:brush>
  </inkml:definitions>
  <inkml:trace contextRef="#ctx0" brushRef="#br0">6 663 24575,'-1'-5'0,"-3"-510"0,4 503 0,1-8 0,0-1 0,1 1 0,6-27 0,-8 46 0,8-19 0,-8 20 0,0 0 0,0 0 0,1 0 0,-1 0 0,0-1 0,0 1 0,0 0 0,0 0 0,1 0 0,-1 0 0,0 0 0,0 0 0,0 0 0,1 0 0,-1 0 0,0 0 0,0-1 0,0 1 0,1 0 0,-1 0 0,0 0 0,0 0 0,0 0 0,0 1 0,1-1 0,-1 0 0,0 0 0,0 0 0,0 0 0,1 0 0,-1 0 0,0 0 0,0 0 0,0 0 0,0 0 0,1 1 0,-1-1 0,0 0 0,0 0 0,10 19 0,26 113 0,9 90 0,55 664-1231,-64 19-785,-24-494 1518,53 877-1322,-59-1191-806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1.486"/>
    </inkml:context>
    <inkml:brush xml:id="br0">
      <inkml:brushProperty name="width" value="0.35" units="cm"/>
      <inkml:brushProperty name="height" value="0.35" units="cm"/>
      <inkml:brushProperty name="color" value="#FFFFFF"/>
    </inkml:brush>
  </inkml:definitions>
  <inkml:trace contextRef="#ctx0" brushRef="#br0">422 3778 24575,'0'-16'0,"-3"-22"0,-13-111 0,-9-85 0,-6-82 0,-3-44-983,-1-25 0,-4-45 0,4 35 0,5 55 488,3 26-488,-4 1 675,3 53 308,6 71-2473</inkml:trace>
  <inkml:trace contextRef="#ctx0" brushRef="#br0" timeOffset="1">72 1 24575,'0'0'0,"0"15"0,0 66 0,-3 90 0,-13 222 0,-4 98 0,1 17-983,9 0 0,7-87-5242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1.827"/>
    </inkml:context>
    <inkml:brush xml:id="br0">
      <inkml:brushProperty name="width" value="0.35" units="cm"/>
      <inkml:brushProperty name="height" value="0.35" units="cm"/>
      <inkml:brushProperty name="color" value="#FFFFFF"/>
    </inkml:brush>
  </inkml:definitions>
  <inkml:trace contextRef="#ctx0" brushRef="#br0">365 4458 24575,'0'13'0,"4"80"0,2 139 0,-9-201 0,3-31 0,0 0 0,-1 0 0,1 0 0,0 0 0,0 0 0,0 0 0,0 0 0,0 0 0,-1 0 0,1 0 0,0 0 0,0 0 0,0 0 0,0 0 0,-1 0 0,1 0 0,0 0 0,0 0 0,0 0 0,0 0 0,0 0 0,-1 0 0,1 0 0,0 0 0,0 0 0,0 0 0,0 0 0,0 0 0,-1 0 0,1-1 0,0 1 0,0 0 0,0 0 0,0 0 0,0 0 0,0 0 0,0 0 0,0-1 0,-1 1 0,1 0 0,0 0 0,0 0 0,0 0 0,0 0 0,0-1 0,0 1 0,0 0 0,0 0 0,0 0 0,0 0 0,0 0 0,0-1 0,0 1 0,-10-28 0,-20-108 0,-14-109 0,-75-774-1420,43-37-1,50 603 1421,-33-952-704,58 1370 654,0-184-50,3 184 102,2 0 0,1 0 1,17-61-1,-22 94-2,10-20 112,-10 22-106,0-1 0,1 1 0,-1 0 0,0 0 0,0 0 0,0 0 0,0 0 0,0 0 0,1 0 0,-1 0 0,0 0 0,0 0 0,0 0 0,0 0 0,1 0 0,-1 0-1,0 0 1,0 0 0,0 0 0,0 0 0,1 0 0,-1 0 0,0 0 0,0 0 0,0 0 0,0 0 0,0 0 0,1 0 0,-1 0 0,0 1 0,0-1 0,0 0 0,0 0-1,0 0 1,0 0 0,1 0 0,-1 0 0,0 1 0,0-1 0,0 0 0,0 0 0,0 0 0,0 0 0,0 0 0,0 1 0,0-1 0,0 0 0,0 0 0,7 25 573,3 102 363,-3 101-285,-6 79-697,-5 66-610,-11 451-239,-8 512-2223,25-536 2043,2-625-258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2.245"/>
    </inkml:context>
    <inkml:brush xml:id="br0">
      <inkml:brushProperty name="width" value="0.35" units="cm"/>
      <inkml:brushProperty name="height" value="0.35" units="cm"/>
      <inkml:brushProperty name="color" value="#FFFFFF"/>
    </inkml:brush>
  </inkml:definitions>
  <inkml:trace contextRef="#ctx0" brushRef="#br0">305 4695 24575,'-4'-38'0,"-8"-37"0,-11-157 0,-5-102-164,-1-116-655,2-76-164,-21-2239-1615,48 2570 2561,4 116 37,-1 107 0,-1 44 0,-1 241 0,-8 169-134,-12 420-500,-14 1209-497,33-1805 1132,3 18 113,1-248 869,-4-82-708,0 1 0,-1-1 0,1 0 0,-1 1 0,-1-7 0,-1-4 41,-46-237 366,13 76-6119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2.576"/>
    </inkml:context>
    <inkml:brush xml:id="br0">
      <inkml:brushProperty name="width" value="0.35" units="cm"/>
      <inkml:brushProperty name="height" value="0.35" units="cm"/>
      <inkml:brushProperty name="color" value="#FFFFFF"/>
    </inkml:brush>
  </inkml:definitions>
  <inkml:trace contextRef="#ctx0" brushRef="#br0">2 1896 24575,'0'-189'0,"0"-546"0,-1 485-320,5-390-800,-3 619 1284,5-32 1,-6 53-163,-1 0 0,1 0 0,0-1 0,0 1-1,0 0 1,0 0 0,0-1 0,0 1 0,0 0-1,0 0 1,0-1 0,0 1 0,0 0 0,1 0-1,-1-1 1,0 1 0,0 0 0,0 0 0,0 0-1,0-1 1,0 1 0,0 0 0,1 0 0,-1 0-1,0-1 1,0 1 0,0 0 0,0 0 0,1 0-1,-1 0 1,0 0 0,0-1 0,0 1 0,1 0-1,-1 0 1,0 0 0,0 0 0,1 0 0,-1 0-1,0 0 1,0 0 0,1 0 0,6 19 45,12 117 121,2 121-126,-4 82-206,2 1033-2621,-27 1459-1455,8-2643 4014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2.949"/>
    </inkml:context>
    <inkml:brush xml:id="br0">
      <inkml:brushProperty name="width" value="0.35" units="cm"/>
      <inkml:brushProperty name="height" value="0.35" units="cm"/>
      <inkml:brushProperty name="color" value="#FFFFFF"/>
    </inkml:brush>
  </inkml:definitions>
  <inkml:trace contextRef="#ctx0" brushRef="#br0">440 6179 24575,'0'0'0,"-13"-89"0,-4-37 0,1 4 0,-10-187 0,-1-39-8191</inkml:trace>
  <inkml:trace contextRef="#ctx0" brushRef="#br0" timeOffset="1">166 1880 24575,'0'-20'0,"-3"-58"0,0-15-8191</inkml:trace>
  <inkml:trace contextRef="#ctx0" brushRef="#br0" timeOffset="2">45 90 24575,'0'0'0</inkml:trace>
  <inkml:trace contextRef="#ctx0" brushRef="#br0" timeOffset="3">91 0 24575,'0'33'0,"-3"74"0,-8 95 0,-10 107 0,-8 27-983,3-44-6225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3.308"/>
    </inkml:context>
    <inkml:brush xml:id="br0">
      <inkml:brushProperty name="width" value="0.35" units="cm"/>
      <inkml:brushProperty name="height" value="0.35" units="cm"/>
      <inkml:brushProperty name="color" value="#FFFFFF"/>
    </inkml:brush>
  </inkml:definitions>
  <inkml:trace contextRef="#ctx0" brushRef="#br0">320 2137 24575,'-6'61'0,"0"81"0,-4 79 0,2 120 0,0 1-983,3-49 0,0-65 112,0-71 1770,1-52-899,1-41 467,2-32-467,-18 2 0,-5-8 0,-2-28 983,-3-65-495,2-21-8679</inkml:trace>
  <inkml:trace contextRef="#ctx0" brushRef="#br0" timeOffset="1">30 1138 24575,'0'0'-8191</inkml:trace>
  <inkml:trace contextRef="#ctx0" brushRef="#br0" timeOffset="2">0 241 24575,'0'0'0,"8"-50"0,3-18 0,-1 1 0,-2 12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3.712"/>
    </inkml:context>
    <inkml:brush xml:id="br0">
      <inkml:brushProperty name="width" value="0.35" units="cm"/>
      <inkml:brushProperty name="height" value="0.35" units="cm"/>
      <inkml:brushProperty name="color" value="#FFFFFF"/>
    </inkml:brush>
  </inkml:definitions>
  <inkml:trace contextRef="#ctx0" brushRef="#br0">9 1246 24575,'-2'246'0,"-1"-4"0,0 80-164,6 848-2315,42 4 2404,-32-1012 100,34 165 1,-39-295 189,-12-85 553,-84-1290-511,85 264-1439,3 1073 1182,3-1692-1396,-8 1423 1396,3 190 0,0-171 0,2 240 0,4-47 0,-4 60 0,1 1 0,-1-1 0,1 0 0,-1 0 0,1 1 0,0-1 0,0 1 0,0-1 0,0 0 0,1 1 0,-1 0 0,1-1 0,0 1 0,-1 0 0,5-4 0,-5 6 5,0 0 1,0-1-1,0 1 1,0 0-1,0-1 1,0 1-1,0 0 0,1 0 1,-1 0-1,0 0 1,0 0-1,0 0 1,0 0-1,0 1 1,0-1-1,1 0 1,-1 0-1,0 1 1,0-1-1,0 1 0,0-1 1,0 1-1,0 0 1,0-1-1,-1 1 1,1 0-1,0-1 1,0 1-1,1 2 1,5 4 130,0 1 1,-1 0-1,0 0 1,0 0-1,9 19 1,3 12 309,22 64 0,22 121 11,-3 87-383,36 614-238,1 747-1215,-84-1434 849,15 290-3989</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4.302"/>
    </inkml:context>
    <inkml:brush xml:id="br0">
      <inkml:brushProperty name="width" value="0.35" units="cm"/>
      <inkml:brushProperty name="height" value="0.35" units="cm"/>
      <inkml:brushProperty name="color" value="#FFFFFF"/>
    </inkml:brush>
  </inkml:definitions>
  <inkml:trace contextRef="#ctx0" brushRef="#br0">0 0 24575,'0'0'0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4.679"/>
    </inkml:context>
    <inkml:brush xml:id="br0">
      <inkml:brushProperty name="width" value="0.35" units="cm"/>
      <inkml:brushProperty name="height" value="0.35" units="cm"/>
      <inkml:brushProperty name="color" value="#FFFFFF"/>
    </inkml:brush>
  </inkml:definitions>
  <inkml:trace contextRef="#ctx0" brushRef="#br0">1 1 24575,'0'0'0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5.256"/>
    </inkml:context>
    <inkml:brush xml:id="br0">
      <inkml:brushProperty name="width" value="0.35" units="cm"/>
      <inkml:brushProperty name="height" value="0.35" units="cm"/>
      <inkml:brushProperty name="color" value="#FFFFFF"/>
    </inkml:brush>
  </inkml:definitions>
  <inkml:trace contextRef="#ctx0" brushRef="#br0">1 0 24575,'0'0'0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6.020"/>
    </inkml:context>
    <inkml:brush xml:id="br0">
      <inkml:brushProperty name="width" value="0.35" units="cm"/>
      <inkml:brushProperty name="height" value="0.35" units="cm"/>
      <inkml:brushProperty name="color" value="#FFFFFF"/>
    </inkml:brush>
  </inkml:definitions>
  <inkml:trace contextRef="#ctx0" brushRef="#br0">1 1 24575,'0'0'0,"0"2"0,0 2 0,0-1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6.414"/>
    </inkml:context>
    <inkml:brush xml:id="br0">
      <inkml:brushProperty name="width" value="0.35" units="cm"/>
      <inkml:brushProperty name="height" value="0.35" units="cm"/>
      <inkml:brushProperty name="color" value="#FFFFFF"/>
    </inkml:brush>
  </inkml:definitions>
  <inkml:trace contextRef="#ctx0" brushRef="#br0">1 4077 24575,'10'-12'0,"-8"11"0,0 0 0,-1 1 0,1-1 0,0 0 0,-1 1 0,1-1 0,0 1 0,0 0 0,0-1 0,-1 1 0,1 0 0,0 0 0,0 0 0,0 0 0,0 1 0,-1-1 0,1 0 0,3 2 0,74 13 0,0 3 0,108 41 0,-177-55 0,280 92 0,-238-82 0,-1-3 0,1-2 0,97 5 0,-105-13 0,0-2 0,0-1 0,-1-3 0,0-2 0,80-22 0,201-94-235,5-4-184,-269 108 363,1 3 0,0 2 0,105-9 0,-105 21 57,1 3-1,-1 2 0,0 3 0,62 15 1,239 73-10,-55-12-262,-234-67 262,-1-3-1,2-3 1,0-3 0,-1-4 0,94-8-1,-101-1-377,0 3-1,125 9 0,-16 17-5428</inkml:trace>
  <inkml:trace contextRef="#ctx0" brushRef="#br0" timeOffset="1">4856 1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6.759"/>
    </inkml:context>
    <inkml:brush xml:id="br0">
      <inkml:brushProperty name="width" value="0.35" units="cm"/>
      <inkml:brushProperty name="height" value="0.35" units="cm"/>
      <inkml:brushProperty name="color" value="#FFFFFF"/>
    </inkml:brush>
  </inkml:definitions>
  <inkml:trace contextRef="#ctx0" brushRef="#br0">392 15 24575,'0'-3'0,"0"0"0,0-1 0,0 1 0,0 1 0,0 11 0,0 4 0,0 0 0</inkml:trace>
  <inkml:trace contextRef="#ctx0" brushRef="#br0" timeOffset="1">57 45 24575,'0'3'0,"-5"-8"0,-5-2 0,-8-5 0,-6-1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7.088"/>
    </inkml:context>
    <inkml:brush xml:id="br0">
      <inkml:brushProperty name="width" value="0.35" units="cm"/>
      <inkml:brushProperty name="height" value="0.35" units="cm"/>
      <inkml:brushProperty name="color" value="#FFFFFF"/>
    </inkml:brush>
  </inkml:definitions>
  <inkml:trace contextRef="#ctx0" brushRef="#br0">3375 1115 24575,'-3'-16'0,"-91"-389"0,80 361 0,-2 0 0,-2 0 0,-1 2 0,-3 0 0,-1 2 0,-50-67 0,60 92 0,-1 0 0,1 1 0,-2 1 0,0 0 0,-1 1 0,0 1 0,-1 1 0,0 0 0,0 1 0,-1 1 0,0 0 0,-26-6 0,-37-10 0,-137-20 0,167 37 0,0 3 0,0 2 0,-101 9 0,-18 21 0,98-16 0,-436 57 0,461-65-227,-1-2-1,0-2 1,0-2-1,0-3 1,-61-13-1,44 3-6598</inkml:trace>
  <inkml:trace contextRef="#ctx0" brushRef="#br0" timeOffset="1">605 205 24575,'-5'-5'0,"-10"-4"0,-9-3 0,-12 0 0,-10 3 0,-7 4 0,6 4 0,-53-33 0,-7-12 0,10 6 0,22 8-8191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7.444"/>
    </inkml:context>
    <inkml:brush xml:id="br0">
      <inkml:brushProperty name="width" value="0.35" units="cm"/>
      <inkml:brushProperty name="height" value="0.35" units="cm"/>
      <inkml:brushProperty name="color" value="#FFFFFF"/>
    </inkml:brush>
  </inkml:definitions>
  <inkml:trace contextRef="#ctx0" brushRef="#br0">274 133 24575,'-5'53'0,"5"-52"0,-1 0 0,1 0 0,0-1 0,0 1 0,-1 0 0,1 0 0,0 0 0,-1 0 0,1 0 0,-1-1 0,1 1 0,-1 0 0,1 0 0,-1-1 0,0 1 0,1 0 0,-1-1 0,0 1 0,0 0 0,1-1 0,-1 1 0,0-1 0,0 0 0,0 1 0,0-1 0,-1 1 0,1-1 0,-1 0 0,0-1 0,1 1 0,-1 0 0,1-1 0,-1 1 0,1 0 0,-1-1 0,1 0 0,0 1 0,-1-1 0,1 0 0,0 0 0,-2-1 0,-5-5 0,1 0 0,0 0 0,-10-13 0,16 19 0,0-1 0,-1 0 0,0 0 0,1 0 0,-1 0 0,0 0 0,0 0 0,0 0 0,0 1 0,0-1 0,0 1 0,0 0 0,-1-1 0,-1 0 0,2 2 0,1 0 0,0 1 0,-1-1 0,1 0 0,-1 0 0,1 1 0,0-1 0,0 1 0,-1-1 0,1 1 0,0 0 0,0-1 0,-1 1 0,1 0 0,0 0 0,0 0 0,0 0 0,0 0 0,0 0 0,1 0 0,-1 0 0,0 0 0,0 0 0,0 3 0,-6 4 0,7-6 0,-1-1 0,1 0 0,-1 0 0,0 0 0,1 0 0,-1 0 0,0 0 0,0 0 0,0 0 0,0 0 0,0 0 0,0 0 0,0-1 0,0 1 0,0 0 0,-2 0 0,1-2 0,1 1 0,-1-1 0,1 0 0,-1 0 0,1 0 0,-1 0 0,1 0 0,-1 0 0,1 0 0,0-1 0,0 1 0,0 0 0,-1-1 0,1 1 0,-1-3 0,-20-27 0,-32-56 0,53 85 0,0 1 0,0 0 0,0-1 0,1 1 0,-1-1 0,0 1 0,1-1 0,-1 1 0,1-1 0,0 0 0,-1 1 0,1-1 0,0 0 0,0 1 0,0-1 0,0-2 0,1 3 0,0 0 0,0 1 0,0-1 0,-1 1 0,1-1 0,0 1 0,0-1 0,0 1 0,0-1 0,0 1 0,0 0 0,1 0 0,-1 0 0,0-1 0,0 1 0,0 0 0,0 0 0,0 0 0,0 1 0,0-1 0,0 0 0,0 0 0,0 1 0,0-1 0,0 0 0,2 2 0,47 11 0,-26-6 0,1-1 0,40 4 0,128-10 0,-59-3 0,-111 4 0,477 13 0,-93-5-1365,-220-21-5461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7.957"/>
    </inkml:context>
    <inkml:brush xml:id="br0">
      <inkml:brushProperty name="width" value="0.35" units="cm"/>
      <inkml:brushProperty name="height" value="0.35" units="cm"/>
      <inkml:brushProperty name="color" value="#FFFFFF"/>
    </inkml:brush>
  </inkml:definitions>
  <inkml:trace contextRef="#ctx0" brushRef="#br0">1882 499 24575,'5'-3'0,"-3"2"0,0-1 0,0 1 0,0 0 0,0 0 0,1 0 0,-1 0 0,0 0 0,1 1 0,-1-1 0,1 1 0,2-1 0,423-65 0,-353 56 0,202-16 0,284 12 0,-520 13 0,-29-1 0,0 2 0,1-1 0,-1 2 0,0 0 0,0 0 0,1 1 0,21 6 0,-34-7 0,0-1 0,0 0 0,0 1 0,0-1 0,0 0 0,0 0 0,0 1 0,0-1 0,0 0 0,0 1 0,0-1 0,0 0 0,0 0 0,0 1 0,0-1 0,0 0 0,0 1 0,0-1 0,0 0 0,-1 0 0,1 1 0,0-1 0,0 0 0,0 0 0,0 0 0,-1 1 0,1-1 0,0 0 0,0 0 0,-1 0 0,1 1 0,0-1 0,0 0 0,-1 0 0,1 0 0,0 0 0,0 0 0,-1 0 0,1 0 0,0 1 0,-1-1 0,1 0 0,-17 9 0,5-5 0,0 0 0,0 0 0,0-1 0,0-1 0,-1 0 0,-13 1 0,-79-3 0,68-1 0,-344-23 0,127 5 0,214 17 0,0 2 0,1 1 0,-1 3 0,0 1 0,1 2 0,-52 15 0,37-4 0,0-4 0,-1-1 0,-104 8 0,81-22 0,0-3 0,-80-16 0,17 2 0,-331-38 0,383 43 0,1-5 0,1-3 0,1-4 0,2-4 0,0-3 0,-96-53 0,136 63 0,0-2 0,2-3 0,-71-56 0,112 87 0,6 9 0,9 16 0,2-3-1365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8.331"/>
    </inkml:context>
    <inkml:brush xml:id="br0">
      <inkml:brushProperty name="width" value="0.35" units="cm"/>
      <inkml:brushProperty name="height" value="0.35" units="cm"/>
      <inkml:brushProperty name="color" value="#FFFFFF"/>
    </inkml:brush>
  </inkml:definitions>
  <inkml:trace contextRef="#ctx0" brushRef="#br0">1 6 24575,'0'0'0,"83"66"0,27 22 0,65-29 0,5-26 0,-15-17 0,-12-20 0,-33-8 0,73 9 0,3 7 0,0-39 0,-32-16 0,-40 3 0,-37 11 0,-28 5 0,-20 6 0,-16 3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8.653"/>
    </inkml:context>
    <inkml:brush xml:id="br0">
      <inkml:brushProperty name="width" value="0.35" units="cm"/>
      <inkml:brushProperty name="height" value="0.35" units="cm"/>
      <inkml:brushProperty name="color" value="#FFFFFF"/>
    </inkml:brush>
  </inkml:definitions>
  <inkml:trace contextRef="#ctx0" brushRef="#br0">2052 2363 24575,'-1'0'0,"0"0"0,-1-1 0,1 1 0,0-1 0,0 1 0,0-1 0,0 0 0,0 1 0,0-1 0,0 0 0,0 0 0,0 1 0,0-1 0,-1-2 0,-6-4 0,-98-86 0,-95-110 0,147 146 0,-733-836-923,191 140 923,424 533 0,146 186 0,5 7 0,-35-37 0,56 64 2,0 0 1,0 0-1,0 0 1,0 1-1,0-1 1,0 0-1,0 0 0,0 0 1,0 1-1,0-1 1,0 0-1,0 0 1,0 0-1,0 0 1,0 1-1,0-1 1,0 0-1,0 0 1,0 0-1,0 0 1,-1 0-1,1 1 1,0-1-1,0 0 1,0 0-1,0 0 1,0 0-1,-1 0 1,1 0-1,0 0 1,0 1-1,0-1 1,0 0-1,-1 0 0,1 0 1,0 0-1,0 0 1,0 0-1,-1 0 1,1 0-1,0 0 1,0 0-1,0 0 1,0 0-1,-1 0 1,1 0-1,0 0 1,0 0-1,0 0 1,0-1-1,-1 1 1,1 0-1,0 0 1,0 0-1,0 0 1,0 0-1,-1 0 1,1 0-1,0 0 1,0-1-1,0 1 1,0 33 123,2 0 0,1 0 0,10 46 1,-5-33-1228,4 27-5725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09.013"/>
    </inkml:context>
    <inkml:brush xml:id="br0">
      <inkml:brushProperty name="width" value="0.35" units="cm"/>
      <inkml:brushProperty name="height" value="0.35" units="cm"/>
      <inkml:brushProperty name="color" value="#FFFFFF"/>
    </inkml:brush>
  </inkml:definitions>
  <inkml:trace contextRef="#ctx0" brushRef="#br0">1 2000 24575,'1'-6'0,"12"-32"0,-12 37 0,-1 0 0,0 0 0,1 0 0,0 1 0,-1-1 0,1 0 0,-1 0 0,1 0 0,0 0 0,0 0 0,-1 1 0,1-1 0,0 0 0,0 1 0,0-1 0,0 1 0,0-1 0,0 1 0,0-1 0,0 1 0,0 0 0,0-1 0,0 1 0,0 0 0,0 0 0,0 0 0,0 0 0,0 0 0,1 0 0,-1 0 0,1 0 0,11 6 0,-1 0 0,1 1 0,-2 0 0,16 12 0,33 28 0,-3 2 0,67 75 0,2 14 0,-6 5 0,117 183 0,-119-136 0,-118-189 0,0 0 0,1 0 0,-1-1 0,0 1 0,1 0 0,-1 0 0,1-1 0,-1 1 0,1-1 0,-1 1 0,1 0 0,-1-1 0,1 1 0,0-1 0,-1 1 0,1-1 0,0 1 0,-1-1 0,1 0 0,0 1 0,1-1 0,-5-19 0,-76-225 0,-175-565-564,-75-234-251,156 491 491,83 259-834,72 238-4172</inkml:trace>
  <inkml:trace contextRef="#ctx0" brushRef="#br0" timeOffset="1">230 268 24575,'0'0'0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14.649"/>
    </inkml:context>
    <inkml:brush xml:id="br0">
      <inkml:brushProperty name="width" value="0.35" units="cm"/>
      <inkml:brushProperty name="height" value="0.35" units="cm"/>
      <inkml:brushProperty name="color" value="#FFFFFF"/>
    </inkml:brush>
  </inkml:definitions>
  <inkml:trace contextRef="#ctx0" brushRef="#br0">4222 5490 24575,'10'16'0,"71"115"0,198 328 0,-224-367 0,67 85 0,-119-177 0,-2-7 0,-5-19 0,-24-89 0,-6 2 0,-4 1 0,-5 2 0,-85-157 0,-278-392 0,-234-225 0,523 737 0,-6 6 0,-196-173 0,311 306 0,-12-8 0,1-1 0,1-1 0,-28-37 0,38 42 0,11 14 0,15 20 0,71 109 0,13 42 0,177 264 0,33-60 0,20-15 0,9 12 0,-252-272 0,272 301 0,-357-398 0,202 227 0,-204-230 0,2 3 0,-1 0 0,1 1 0,-1-1 0,0 0 0,0 1 0,0 0 0,-1 0 0,0 0 0,1 0 0,-2 0 0,2 6 0,-3-11 0,0 0 0,0 0 0,0 1 0,0-1 0,0 0 0,0 0 0,0 0 0,0 1 0,0-1 0,0 0 0,0 0 0,0 0 0,0 0 0,0 1 0,0-1 0,0 0 0,-1 0 0,1 0 0,0 0 0,0 1 0,0-1 0,0 0 0,0 0 0,-1 0 0,1 0 0,0 0 0,0 0 0,0 0 0,0 0 0,-1 0 0,1 1 0,0-1 0,0 0 0,0 0 0,-1 0 0,1 0 0,0 0 0,0 0 0,0 0 0,-1 0 0,1 0 0,0-1 0,-15-2 0,-19-11 0,-72-45 0,-143-106 0,144 92 0,-397-231-376,-23 30 0,42 13 376,21-39 0,-249-271 0,522 413 0,-306-231 0,43 53 0,439 326 0,8 6 0,0 0 0,0 0 0,0 0 0,-7-9 0,12 11 25,5 4 158,8 5 236,336 246-294,953 678-809,-852-621 684,-325-219 0,356 236 0,-400-279 0,1-5 0,3-2 0,1-5 0,112 32 0,531 133 684,-698-193-684,57 25 0,-79-29 0,0 1 0,0 0 0,0 0 0,-1 1 0,0 1 0,0-1 0,-1 1 0,1 1 0,9 13 0,-16-20 0,0 0 0,0 0 0,0 0 0,0 0 0,0 0 0,-1 1 0,1-1 0,-1 0 0,1 0 0,-1 1 0,1-1 0,-1 0 0,1 1 0,-1-1 0,0 0 0,0 1 0,0-1 0,0 0 0,0 1 0,0-1 0,0 1 0,0-1 0,-1 0 0,1 1 0,0-1 0,-1 0 0,1 1 0,-1-1 0,0 0 0,1 0 0,-1 0 0,0 1 0,0-1 0,0 0 0,0 0 0,0 0 0,0 0 0,0 0 0,0-1 0,0 1 0,0 0 0,-2 1 0,-5 2 0,0-1 0,0 0 0,-1 0 0,1 0 0,-17 2 0,-12 0 0,1-2 0,-1-1 0,0-2 0,1-1 0,-57-10 0,3-6 0,-97-32 0,-135-55 0,-31-9 0,-562-96-614,474 126 614,12-31 0,35-7 614,387 118-614,8-1 0,14-3 0,-6 4 0,34-15 0,1 2 0,1 3 0,0 1 0,1 2 0,0 2 0,0 2 0,51 0 0,272 25-192,2 28-220,-183-21 195,401 39 26,-394-44 210,118 5-19,-217-23 0,113-11 0,-170 4 0,0-2 0,-1-2 0,1-1 0,37-15 0,-25 3 0,-1-2 0,50-31 0,-67 35 41,-1-1 0,0-2 0,46-44 0,-71 61 36,-2-1-1,1 0 1,-1-1 0,0 1 0,0-1 0,7-14-1,-11 18-63,0 0 0,0 0 0,0 0-1,0 0 1,-1 0 0,0 0-1,1 0 1,-1 0 0,0 0-1,-1 0 1,1-1 0,0 1-1,-1 0 1,0 0 0,0 0-1,0 1 1,0-1 0,0 0 0,0 0-1,-1 0 1,1 1 0,-3-4-1,-20-25-12,-42-44 0,27 33 0,-440-562-697,203 241 374,-56-40 316,-24 26-11,277 303 31,-2 4 0,-4 3 0,-3 4 0,-2 4 0,-128-62 0,209 117 96,4 1-7,-1 0-1,1 1 1,-1 0-1,-8-2 1,13 3-93,-1 1 0,1 0-1,0 0 1,0 0 0,0 0-1,-1 0 1,1 0 0,0 0 0,0 0-1,0 0 1,0 1 0,-1-1 0,1 0-1,0 1 1,0-1 0,0 1-1,0-1 1,0 1 0,0 0 0,0-1-1,0 1 1,0 0 0,0 0 0,0-1-1,1 1 1,-1 0 0,0 0-1,0 2 1,-2 2 0,1 1 0,0 0-1,1 0 1,-1 0 0,1 0 0,1 0 0,-1 0-1,1 10 1,1 21 0,10 59 0,33 153-9,138 429-821,84-14-247,270 363-1302,-397-812 1882,167 164 553,-298-370-16,31 36 607,80 71 1,-108-107-358,0-1-1,17 9 0,-9-10 333,-18-7-617,-1 0 0,0 0 0,0 0 0,1 0-1,-1 0 1,0-1 0,0 1 0,1 0 0,-1 0-1,0 0 1,0 0 0,1 0 0,-1 0-1,0 0 1,0-1 0,0 1 0,1 0 0,-1 0-1,0 0 1,0 0 0,0-1 0,1 1 0,-1 0-1,0 0 1,0 0 0,0-1 0,0 1 0,0 0-1,0 0 1,0-1 0,0 1 0,1 0 0,-1 0-1,0-1 1,0 1 0,0-1 0,-1-3 91,0 0 0,0-1 1,0 1-1,-1 0 0,1 0 1,-4-6-1,-154-274 411,77 149-486,-307-577-813,85 149 237,-103-224 546,353 673 0,-3-8 0,-93-149 0,148 268 0,-2-5 0,-1 1 0,-1 0 0,1 0 0,-1 0 0,-7-6 0,13 12 6,-1 1-1,1 0 1,0 0-1,0 0 1,0-1-1,0 1 1,0 0-1,0 0 1,0 0-1,-1 0 1,1-1-1,0 1 1,0 0-1,0 0 1,0 0-1,0 0 0,-1 0 1,1 0-1,0 0 1,0-1-1,0 1 1,-1 0-1,1 0 1,0 0-1,0 0 1,0 0-1,-1 0 1,1 0-1,0 0 1,0 0-1,0 0 1,-1 0-1,1 0 0,0 0 1,0 0-1,0 0 1,-1 0-1,1 0 1,0 1-1,0-1 1,0 0-1,-1 0 1,1 0-1,0 0 1,0 0-1,0 0 1,0 0-1,-1 1 1,3 14 602,36 108-160,-26-88-444,194 511-391,-72-197-101,-12-16 93,214 537 312,-320-835 92,-9-23 17,-1 1 0,-1 0 0,0 0 0,-1 0-1,3 15 1,-8-25 309,-4-10 41,-17-33-153,-30-75 0,29 60-197,-81-201-20,-30-82-170,-341-920-2108,313 806 1391,19 45-55,22 55 140,73 213 395,-207-662-391,253 795 821,-18-65 838,3 0-1,-11-103 1,28 165-579,-1 0-1,1 0 1,2-17-1,-2 26-255,0-1-1,0 1 1,1-1-1,-1 0 1,0 1-1,0-1 1,0 1-1,0-1 1,1 1-1,-1-1 1,0 1 0,0-1-1,1 1 1,-1-1-1,1 1 1,-1-1-1,0 1 1,1-1-1,-1 1 1,1 0-1,-1-1 1,1 1-1,-1 0 1,1-1-1,-1 1 1,2-1 0,-1 2 17,1-1 1,-1 1 0,0-1-1,0 1 1,1-1 0,-1 1-1,0 0 1,0 0 0,0 0-1,0-1 1,1 1 0,-1 0-1,-1 0 1,1 0 0,0 1 0,0-1-1,1 2 1,13 18 69,-1 1 1,0 0 0,-2 1-1,-1 0 1,11 34-1,63 183-119,442 1595-1774,-451-1514 1499,76 300-70,-125-528 791,8 33 727,-34-115-853,-5-15-76,-11-25-33,-183-524-239,157 424-106,-335-982-679,182 561 813,97 263 0,-170-492 0,264 772 0,-1-6 0,5 22 0,37 175 0,5 24 0,391 1394-736,-192-942 595,43-18-1,-268-608 183,1 0 0,2-1 0,35 46 0,-54-78-9,17 15 567,-18-16-587,0 0 0,0 1 1,1-1-1,-1 0 0,0 0 0,0 0 0,1 0 0,-1 0 0,0 0 1,0 0-1,1 0 0,-1 0 0,0 0 0,0 0 0,1 0 1,-1-1-1,0 1 0,0 0 0,1 0 0,-1 0 0,0 0 0,0 0 1,1 0-1,-1 0 0,0-1 0,0 1 0,0 0 0,1 0 1,-1 0-1,0-1 0,0 1 0,0 0 0,4-18 412,-5-32-240,-14-80 0,9 80-178,-23-165-6,-12-75-164,7 58-529,-135-898-283,-37 8 521,141 842 619,104 395 1877,11 69-1958,15 79-247,120 595-658,-12-56 298,-152-711 524,44 177 0,-52-217 0,2-2 0,33 74 0,-38-105 71,-4-14 123,-5-7-136,0 1 0,-1 0 1,1 0-1,-1 0 1,0 0-1,0 0 0,0 0 1,0-1-1,0 1 1,0-4-1,-8-140 545,2-22-603,-2-639-431,-7-185-146,-2 745 577,-82-403 0,56 480 0,30 140 0,13 29 0,0 1 0,0 0 0,0 0 0,0-1 0,0 1 0,0 0 0,0-1 0,0 1 0,-1 0 0,1 0 0,0-1 0,0 1 0,0 0 0,-1 0 0,1-1 0,0 1 0,0 0 0,-1 0 0,1 0 0,0-1 0,0 1 0,-1 0 0,1 0 0,0 0 0,0 0 0,-1 0 0,1 0 0,0 0 0,-1 0 0,1 0 0,0-1 0,-1 1 0,1 0 0,0 0 0,-1 1 0,1-1 0,0 0 0,0 0 0,-1 0 0,1 0 0,0 0 0,-1 0 0,1 0 0,0 0 0,0 1 0,-1-1 0,1 0 0,0 0 0,0 0 0,-1 0 0,1 1 0,0-1 0,-10 9 107,1-1 0,0 1 0,0 1 0,1 0 0,-13 20 0,-35 70 255,-4 25-358,-20 73-4,-21 126-164,-187 758-1883,-213 1385 1273,498-2449 813,-85 427 2782,84-434-2812,-77 246 107,68-228-116,12-28 0,1 0 0,-1 0 0,0-1 0,1 1 0,-1 0 0,0 0 0,1 0 0,-1-1 0,0 1 0,0 0 0,0-1 0,0 1 0,0-1 0,0 1 0,1-1 0,-3 1 0,2-1 0,1 0 0,-1 0 0,0 0 0,0 0 0,0 0 0,0-1 0,1 1 0,-1 0 0,0 0 0,0-1 0,1 1 0,-1 0 0,0-1 0,0 1 0,1-1 0,-1 1 0,0-1 0,1 1 0,-1-1 0,0-1 0,-20-27 0,-12-40 0,-33-96 0,52 128 0,-71-196 0,-543-1872-3398,414 1039 3032,29-5 413,164 943-65,10 58 1498,35 177 711,92 728-2422,-90-605-356,6 35 361,169 1245-689,30-106 2294,-206-1244-735,-52-408-644,-53-723-552,34 387 304,-25-858 248,64 1168 0,-1-313 0,8 597 76,-1-1-1,0 0 1,0 0-1,-5 13 1,-1 10 213,-247 1627-1548,129 503 808,122-2004 554,-8 779 1637,16-1051-1740,-1 55 0,36-1087-1261,-28-6-919,-8 534 1468,0 298-110,-4 299 788,4-710-495,-8 479 688,1-190 518,5 391-1069</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14.977"/>
    </inkml:context>
    <inkml:brush xml:id="br0">
      <inkml:brushProperty name="width" value="0.35" units="cm"/>
      <inkml:brushProperty name="height" value="0.35" units="cm"/>
      <inkml:brushProperty name="color" value="#FFFFFF"/>
    </inkml:brush>
  </inkml:definitions>
  <inkml:trace contextRef="#ctx0" brushRef="#br0">123 0 24575,'0'16'0,"-2"20"0,-7 59 0,-4 60 0,-2 34 0,1-16 0,-10 108 0,-1 6 0,4-45-8191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16.280"/>
    </inkml:context>
    <inkml:brush xml:id="br0">
      <inkml:brushProperty name="width" value="0.35" units="cm"/>
      <inkml:brushProperty name="height" value="0.35" units="cm"/>
      <inkml:brushProperty name="color" value="#FFFFFF"/>
    </inkml:brush>
  </inkml:definitions>
  <inkml:trace contextRef="#ctx0" brushRef="#br0">95 3778 24575,'0'15'0,"-1"165"0,4 373 0,28-4 0,23-215 0,-50-322 0,-3-19 0,-3-29 0,2 33 0,-76-982 0,65 810-10,-56-938-333,36 2 59,33 954 390,8 194 425,11 95-531,3 158 0,-16-167 0,99 2034 0,-101-1850 0,1 415 0,-7-833 0,1-32 0,2-78 0,33-1045-759,47-20 0,75-287 615,-115 1165-47,-33 306 264,-1-1 204,4 0 0,29-110 0,-40 206-178,0 0 0,0 1 0,0-1-1,1 1 1,-1-1 0,2 1 0,-1 0-1,7-9 1,-10 15-97,1-1 0,-1 1-1,0 0 1,1-1 0,-1 1 0,1-1-1,-1 1 1,1 0 0,-1-1 0,1 1-1,-1 0 1,1-1 0,-1 1 0,1 0-1,-1 0 1,1 0 0,-1-1 0,1 1-1,-1 0 1,1 0 0,-1 0 0,1 0-1,0 0 1,-1 0 0,1 0 0,-1 0-1,1 0 1,-1 0 0,1 1 0,0-1-1,-1 0 1,1 0 0,-1 0 0,1 1-1,-1-1 1,1 0 0,-1 1 0,1-1-1,-1 0 1,0 1 0,1-1 0,0 1-1,16 28-16,-2 9 15,-2 0 0,-2 1 0,9 52 0,14 104 0,4 56-164,75 598-1234,23 168 308,96 557-874,-217-1473 2148,51 283 2023,-80-471-657,8 43-1254,-15-129 40,-6-78-293,-2-57-207,-76-1867-2554,102 1874-2591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16.624"/>
    </inkml:context>
    <inkml:brush xml:id="br0">
      <inkml:brushProperty name="width" value="0.35" units="cm"/>
      <inkml:brushProperty name="height" value="0.35" units="cm"/>
      <inkml:brushProperty name="color" value="#FFFFFF"/>
    </inkml:brush>
  </inkml:definitions>
  <inkml:trace contextRef="#ctx0" brushRef="#br0">1 19 24575,'0'0'0,"0"-5"0,0-2 0,0 1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18.491"/>
    </inkml:context>
    <inkml:brush xml:id="br0">
      <inkml:brushProperty name="width" value="0.35" units="cm"/>
      <inkml:brushProperty name="height" value="0.35" units="cm"/>
      <inkml:brushProperty name="color" value="#FFFFFF"/>
    </inkml:brush>
  </inkml:definitions>
  <inkml:trace contextRef="#ctx0" brushRef="#br0">553 294 24575,'26'185'0,"-21"-146"0,20 195 0,85 1041-1614,-25-260 488,-54-697 1126,-2-60 71,-26-234-30,35 235 245,-24-182-273,31 92-1,-43-161-1,1 2-7,1 0 0,-1 0 0,8 12 0,-11-21 2,0-1 0,0 0 0,0 1 0,1-1 0,-1 0 0,0 0 0,0 1 0,0-1 0,0 0 0,0 0 0,1 0 0,-1 1 0,0-1 0,0 0-1,1 0 1,-1 0 0,0 1 0,0-1 0,0 0 0,1 0 0,-1 0 0,0 0 0,1 0 0,-1 0 0,0 0 0,0 1 0,1-1 0,-1 0-1,0 0 1,1 0 0,-1 0 0,0 0 0,0 0 0,1 0 0,-1-1 0,0 1 0,1 0 0,-1 0 0,0 0 0,0 0 0,1 0 0,-1 0 0,0 0-1,0-1 1,1 1 0,0-3 63,1 1-1,-1-1 0,0 0 0,0 0 1,0 1-1,0-1 0,-1 0 1,1 0-1,-1-3 0,8-63 448,-3-106 0,-5 107-482,0-205-181,-3-14-187,1-999-1274,47 5 211,-44 1259 1381,10-157-154,37-186 1,-47 360 168,17-74-39,-15 70 74,0 0 0,0 1 0,1-1 0,0 1 1,10-15-1,-13 21 19,1 0 1,-1 0-1,1 0 1,0 0-1,0 0 1,0 0-1,0 0 1,0 1-1,0-1 1,0 1 0,5-3-1,-6 4-33,0 0-1,0 0 0,0 0 1,0-1-1,0 1 1,0 0-1,0 0 0,0 0 1,0 1-1,0-1 1,0 0-1,0 0 1,0 1-1,0-1 0,0 0 1,0 1-1,1 0 1,0 0 12,1 1 1,-1 0 0,0 0 0,0 0 0,0 0 0,0 0-1,0 1 1,0-1 0,1 3 0,19 36 410,24 66 0,37 136 416,3 86-701,95 602-1868,-38 12-22,-113-739 1468,26 182 172,-11-65-27,-11-63-358,-20-154 455,29 280 856,-43-384-807,0 22 418,-3-17-82,-4-13 506,-7-22-315,1-1-1,-14-51 1,14 42-307,-43-154 340,-14-91-646,-151-753-1463,46-68 1442,88 521 49,61 423 31,33 241 1581,4 73-1385,8 86-176,180 1862-1693,-169-1816 1673,46 365 0,-75-639 61,0-3 114,0 0-1,-1 0 1,0-1-1,-1 10 1,-5-52 564,-13-197-739,1 3 0,-6-64-164,-166-1248-1379,179 1470 1553,3 17 67,-28-100 1064,39 176-822,40 260-159,-6 17-324,194 1881-1627,-230-2165 1788,1 8-6,27 329-119,-28-329 128,1-6 0,-1 1 0,-1 1 0,0-1 0,-1 0 0,-1-1 0,-7 29 0,8-43 0,1-1 0,0 1 0,-1-1-1,0 0 1,1 1 0,-1-1 0,0 1 0,0-1 0,1 0-1,-1 0 1,0 0 0,0 1 0,0-1 0,-1 0 0,1 0-1,0-1 1,0 1 0,0 0 0,-1 0 0,1 0 0,-1-1-1,1 1 1,0-1 0,-4 1 0,3-1 10,-1 0 1,0 0-1,1-1 1,-1 1-1,0-1 1,1 0-1,-1 0 1,1 0-1,-1 0 1,1 0-1,-1 0 1,1-1-1,0 1 1,0-1-1,-3-2 1,-9-9 192,1-1-1,0 0 1,-20-28-1,-73-127 582,-35-106-792,-258-700-1739,93-43 18,84 87 1283,24-10 443,179 845-24,-64-347-205,76 396 396,7 47-135,0-1-1,0 1 1,0-1 0,-1 1-1,1-1 1,0 0 0,0 1-1,0-1 1,0 1 0,0-1-1,0 1 1,0-1 0,0 1-1,0-1 1,0 0 0,0 1 0,1-1-1,-1 1 1,0-1 0,0 1-1,1-1 1,-1 1 0,0-1-1,0 1 1,1-1 0,-1 1-1,0 0 1,1-1 0,1 2 38,-1 0 1,1 1 0,-1-1-1,0 1 1,1 0-1,-1-1 1,0 1 0,0 0-1,0 0 1,1 3-1,27 62 855,27 99-1,9 62-412,10 81-587,6 68-687,53 308 265,36 177-37,33-3 306,-146-656 754,23 86 835,-115-482-695,35 189-658,-28-213-5,-76-960-675,38-15-357,42 739 856,17 335 121,-3-184 207,9 317 187,0 0 0,0 0 0,-2 0 0,-5 21 0,-3 7-248,-106 448-333,-144 689-661,134-349 903,-31 585-104,113-985-966,29-278-4802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20.043"/>
    </inkml:context>
    <inkml:brush xml:id="br0">
      <inkml:brushProperty name="width" value="0.35" units="cm"/>
      <inkml:brushProperty name="height" value="0.35" units="cm"/>
      <inkml:brushProperty name="color" value="#FFFFFF"/>
    </inkml:brush>
  </inkml:definitions>
  <inkml:trace contextRef="#ctx0" brushRef="#br0">487 4908 24575,'-9'-21'0,"-5"-16"0,2-2 0,2 1 0,1-1 0,-3-47 0,4 36 0,-151-1304-602,138 1144 571,-92-1036-618,43 5-12,67 1169 695,-2-159-35,6 160 907,13-84 0,-14 154-897,4-16 79,-4 50-87,-32 796-1,3 268 0,58 0 0,-25-970 0,40 484 0,-28-520 0,-18-110 0,0 0 0,3-35 0,1-8 0,-2-99 0,-2-82 0,-20-419-633,-4-260-379,40 122 1835,58 13-1,-69 761-822,-2 20 0,-1-1 0,1 1 0,0-1 0,0 1 0,1-1 0,0 1 0,0 0 0,1-1 0,3-5 0,-5 17 0,0 1 0,0-1 0,0 0 0,-1 0 0,1 9 0,-3 221 0,-11 117-159,-6 426-335,66 96 494,-22-562 0,73 760 0,-59-702 653,-38-364-584,0 0-1,0 0 0,1 0 0,2 8 1,-3-13-159,0 1 0,-1-1 0,1 1 0,0-1 0,0 1 1,0-1-1,0 1 0,1-1 0,-1 0 0,0 0 1,0 0-1,1 0 0,-1 0 0,1 0 0,-1 0 0,1 0 1,-1 0-1,3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20.397"/>
    </inkml:context>
    <inkml:brush xml:id="br0">
      <inkml:brushProperty name="width" value="0.35" units="cm"/>
      <inkml:brushProperty name="height" value="0.35" units="cm"/>
      <inkml:brushProperty name="color" value="#FFFFFF"/>
    </inkml:brush>
  </inkml:definitions>
  <inkml:trace contextRef="#ctx0" brushRef="#br0">0 0 24575,'2'3'0,"7"0"0,14 5 0,21 4 0,3-1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20.734"/>
    </inkml:context>
    <inkml:brush xml:id="br0">
      <inkml:brushProperty name="width" value="0.35" units="cm"/>
      <inkml:brushProperty name="height" value="0.35" units="cm"/>
      <inkml:brushProperty name="color" value="#FFFFFF"/>
    </inkml:brush>
  </inkml:definitions>
  <inkml:trace contextRef="#ctx0" brushRef="#br0">0 1 24575,'4'3'0,"0"0"0,1-1 0,-1 1 0,0-1 0,1 0 0,-1 0 0,1 0 0,0-1 0,8 2 0,-2 0 0,50 10 0,346 33 0,-206-25 0,382-8 0,-308-15 0,-73-2 0,-83 1 0,120 11 0,-41 21 0,-19-2 0,-133-22 0,91-4 0,-111-2 0,30-2 0,-1-2 0,66-16 0,-100 14 0,-13 5 0,-11 17 0,2-10 0,-1 0 0,0 0 0,0-1 0,0 1 0,0-1 0,-1 1 0,-3 4 0,3-6 0,1-1 0,0 0 0,-1 0 0,1 0 0,-1-1 0,1 1 0,-1-1 0,0 1 0,0-1 0,0 0 0,0 0 0,0 0 0,0 0 0,0-1 0,-4 1 0,-29 1-647,-42-3 0,77 1 576,-61-3-6755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21.182"/>
    </inkml:context>
    <inkml:brush xml:id="br0">
      <inkml:brushProperty name="width" value="0.35" units="cm"/>
      <inkml:brushProperty name="height" value="0.35" units="cm"/>
      <inkml:brushProperty name="color" value="#FFFFFF"/>
    </inkml:brush>
  </inkml:definitions>
  <inkml:trace contextRef="#ctx0" brushRef="#br0">3742 52 24575,'-12'0'0,"0"-1"0,-17-4 0,6 0 0,-40-5 0,-115-16 0,139 23 0,-1 1 0,-63 6 0,-99 27 0,-62 5 0,121-32 0,-225-22 0,96 0 0,30 4 0,192 8 0,24 2 0,1 1 0,-1 2 0,-35 2 0,10 6 0,0 3 0,-84 26 0,-57 13 0,165-45 0,1-1 0,-1-1 0,0-1 0,1-1 0,-46-7 0,-26-11 0,-100-14 0,67 27 0,-28-3 0,134 3 0,20 3 0,-1 1 0,1 0 0,-1 0 0,0 1 0,-8-1 0,1 3 0,0 0 0,-18 5 0,-23 5 0,37-11-151,1-1-1,-1-1 0,1-1 0,-1 0 1,1-1-1,0 0 0,0-1 1,-19-8-1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22.238"/>
    </inkml:context>
    <inkml:brush xml:id="br0">
      <inkml:brushProperty name="width" value="0.35" units="cm"/>
      <inkml:brushProperty name="height" value="0.35" units="cm"/>
      <inkml:brushProperty name="color" value="#FFFFFF"/>
    </inkml:brush>
  </inkml:definitions>
  <inkml:trace contextRef="#ctx0" brushRef="#br0">25 63 24575,'2'0'0,"0"0"0,0 0 0,-1 0 0,1-1 0,0 1 0,0 0 0,-1-1 0,1 0 0,0 1 0,-1-1 0,1 0 0,-1 0 0,1 0 0,2-2 0,3-1 0,7-2 0,1 0 0,0 1 0,0 0 0,0 2 0,26-4 0,84-1 0,-96 7 0,198-6 0,344 34 0,129 66 0,-438-56 0,284 49 0,-239-24 0,56 10 0,-317-66 0,0-2 0,0-1 0,0-3 0,0-2 0,89-14 0,-100 10 0,1 3 0,0 0 0,0 3 0,-1 0 0,1 3 0,0 1 0,45 11 0,-52-9 0,0 0 0,33 1 0,-56-6 0,0-1 0,-1 1 0,1 1 0,-1-1 0,1 1 0,-1 0 0,0 0 0,0 0 0,0 1 0,0 0 0,0 0 0,0 0 0,-1 0 0,8 7 0,-3 0 0,-1 0 0,1 1 0,-2-1 0,1 2 0,5 11 0,-13-22 0,1-1 0,-1 0 0,0 0 0,0 1 0,0-1 0,0 0 0,1 1 0,-1-1 0,0 0 0,0 1 0,0-1 0,0 0 0,0 0 0,0 1 0,0-1 0,0 0 0,0 1 0,0-1 0,0 0 0,0 1 0,0-1 0,0 0 0,0 1 0,0-1 0,0 0 0,-1 1 0,1-1 0,0 0 0,0 1 0,0-1 0,0 0 0,-1 0 0,1 1 0,0-1 0,0 0 0,-1 0 0,1 0 0,0 1 0,0-1 0,-1 0 0,1 0 0,0 0 0,-1 0 0,1 1 0,0-1 0,-1 0 0,1 0 0,0 0 0,-1 0 0,1 0 0,0 0 0,-1 0 0,1 0 0,0 0 0,0 0 0,-1 0 0,0 0 0,-25-3 0,20 2 0,-64-5 0,0 4 0,-100 9 0,96-3 0,-137 9 0,-127 6 0,-296-55 0,536 29 0,-157 10 0,-95 30 0,131-9 0,-316-17 0,356-11 0,50 2 0,-197-30 0,-235-44-1365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29.113"/>
    </inkml:context>
    <inkml:brush xml:id="br0">
      <inkml:brushProperty name="width" value="0.35" units="cm"/>
      <inkml:brushProperty name="height" value="0.35" units="cm"/>
      <inkml:brushProperty name="color" value="#FFFFFF"/>
    </inkml:brush>
  </inkml:definitions>
  <inkml:trace contextRef="#ctx0" brushRef="#br0">3077 4462 24575,'-4'5'0,"0"0"0,0 0 0,1 0 0,-5 11 0,-8 11 0,13-23 0,0 0 0,-1 0 0,1 0 0,-1 0 0,0-1 0,0 0 0,0 0 0,-6 4 0,8-6 0,-1 0 0,0 0 0,0 0 0,0 0 0,-1 0 0,1-1 0,0 1 0,0-1 0,0 0 0,0 0 0,0 0 0,-1 0 0,1 0 0,-5-2 0,-33-9 0,-51-23 0,-27-8 0,-2 12 0,-1 5 0,-127-9 0,180 29 0,0 3 0,0 3 0,0 3 0,0 3 0,-83 20 0,-184 68 0,-134 28 0,50-37 0,403-82 0,-6 3 0,-1-2 0,-28 2 0,60-5 0,0-1 0,1 0 0,-1 0 0,9-1 0,13-4 0,34-10 0,2-1 0,20 3 0,97-1 0,13-1 0,206-61-263,-4-35-202,-70 19 276,816-186 132,-602 189-255,-145 28 487,-265 32 415,29-5-69,-142 28-521,-35 16 0,4-2 0,0-1 0,0 0 0,-1-1 0,0 0 0,-1-1 0,1-1 0,-1 0 0,0-1 0,-19 3 0,-19 1 0,-66 2 0,87-8 0,-580 9 0,584-11 0,-495 29 0,282-10 0,70-8 0,-343 31 0,363-15 0,-171 54 0,173-40 0,-162 24 0,296-64 0,-10 2 0,20-1 0,11 2 0,71 20 0,327 87 0,135-24 0,-421-76 0,1-4 0,187-15 0,-256 1 0,-1-1 0,0-3 0,-1-3 0,0-1 0,-1-3 0,61-30 0,-92 39 0,7-2 0,26-10 0,-45 19 0,1 0 0,-1 1 0,0-1 0,0 1 0,1 1 0,-1-1 0,0 1 0,1 0 0,-1 0 0,0 0 0,9 2 0,5 11 0,-17-10 0,-12-7 0,-18-8 0,-1 0 0,-32-8 0,2 1 0,28 8 0,-141-44 0,140 46 0,0 3 0,-1 1 0,-50-2 0,-276 5 0,83 12 0,157-3 0,-148-10 0,151-10 0,-214-54 0,288 56 0,2-2 0,-45-20 0,66 24 0,0-1 0,0-1 0,1-1 0,1 0 0,0-1 0,-17-18 0,4 0 0,-44-58 0,60 69 0,1 0 0,1-1 0,1 0 0,-14-37 0,4-10 0,3 0 0,-16-133 0,8-141 0,3-485 0,5 117 0,5 457 0,-5-353 0,18 598 0,0 9 0,-3 24 0,-70 726 0,42-369 0,-118 1597 0,102-1472 0,44-484 0,-11 123 0,8-245 0,-10-229-89,-33-795-503,30-836 1273,9 2039-681,-36 322 0,-21 206 0,25-2 0,10 505 0,31-1058 0,-1-9 0,5 52 0,0-115 0,18-128 0,71-905-638,-51 513 408,4-97 230,28-295-7,-42 701-33,-15 121 949,-79 789-927,53-537-55,-48 1683-413,58-1678 633,5 140 289,-13-410-436,-58-1425-653,65 1523 653,-6-739 0,34 3 0,-25 726 0,0 2 0,1 0 0,13-59 0,-16 90 14,0-1-1,1 1 1,-1-1 0,0 0-1,1 1 1,0-1-1,-1 1 1,1-1 0,0 1-1,0 0 1,0-1-1,-1 1 1,4-2 0,-4 3 0,1 0 1,0 1 0,0-1 0,0 1-1,0-1 1,-1 1 0,1-1 0,0 1-1,0 0 1,-1-1 0,1 1 0,0 0-1,-1 0 1,1-1 0,-1 1-1,1 0 1,-1 0 0,1 0 0,-1 0-1,0 0 1,0-1 0,1 1 0,-1 2-1,8 16 6,-1 0 0,-1 0 1,0 0-1,-2 1 0,3 20 0,1 11-32,28 173 12,6 88-164,-6-21-72,67 503-814,23 1 414,116 362 235,-232-1112 362,45 161-22,-43-170 66,1-1 0,1-1 0,28 48 0,-38-76 139,-1-1 1,1 1 0,0-1 0,0 0 0,0 0-1,1 0 1,8 6 0,-11-9-79,0-1-1,1 0 0,0 1 1,-1-1-1,1 0 1,0 0-1,-1-1 1,1 1-1,0-1 1,0 1-1,0-1 0,0 0 1,-1 0-1,1 0 1,0 0-1,0-1 1,0 1-1,0-1 1,3-1-1,3-1-51,0-1 0,0 0-1,-1 0 1,0-1 0,0 0 0,0-1-1,13-11 1,49-55-32,-55 55 26,30-33-8,3-3 0,84-74 0,-115 112 0,1 2 0,1 0 0,-1 2 0,2 0 0,0 0 0,0 2 0,1 1 0,0 0 0,31-6 0,2 7 0,0 1 0,1 4 0,64 4 0,-73 1 0,0 2 0,-1 3 0,0 1 0,72 25 0,-46-7 0,-1 3 0,66 39 0,-133-67 0,0-1 0,0 1 0,0 0 0,0 0 0,0 0 0,-1 0 0,1 1 0,-1-1 0,4 4 0,-6-4 0,1-1 0,-1 0 0,1 1 0,-1-1 0,1 1 0,-1-1 0,0 1 0,0-1 0,0 1 0,0 0 0,0-1 0,0 1 0,-1-1 0,1 1 0,0-1 0,-1 1 0,1-1 0,-1 0 0,1 1 0,-1-1 0,0 1 0,0-1 0,1 0 0,-2 2 0,-11 15 0,0 0 0,-1-1 0,-1 0 0,-1-1 0,0-1 0,-1 0 0,0-2 0,-1 0 0,-33 18 0,-19 5 0,-101 38 0,142-63 0,-370 136 0,281-108 0,-128 39 0,188-63 0,-1-3 0,-77 7 0,9-14 0,-242-23 0,225-2 0,169 13 0,-18 5 0,48-12 0,1 3 0,73-6 0,33 13 0,251 24 0,158 69 0,-547-85 0,258 46 0,-211-41 0,0-3 0,72-4 0,-105-4 0,-12 0 0,43 3 0,-61 0 0,0 0 0,-1 0 0,1 1 0,-1-1 0,0 2 0,0-1 0,1 1 0,-2 1 0,1-1 0,7 6 0,-13-9 0,1 1 0,-1 0 0,0-1 0,1 1 0,-1 0 0,0 0 0,0 0 0,0 0 0,0 0 0,0 0 0,0 1 0,0-1 0,0 0 0,0 1 0,0-1 0,-1 0 0,1 1 0,-1-1 0,1 1 0,-1-1 0,1 0 0,-1 1 0,0 0 0,0-1 0,0 1 0,0-1 0,0 1 0,0-1 0,0 1 0,0-1 0,0 1 0,-1-1 0,1 1 0,-1-1 0,1 1 0,-1-1 0,0 0 0,1 1 0,-1-1 0,0 0 0,-2 3 0,-3 2 0,-1 1 0,0-1 0,0-1 0,0 1 0,-13 6 0,16-9 0,-224 120 0,75-45 0,9-1 0,-205 77 0,319-144 0,-1-2 0,-1-1 0,1-1 0,-1-2 0,0-1 0,0-1 0,0-2 0,-37-4 0,-271-29 0,233 26 0,75 7 0,1-2 0,-32-5 0,-251-77 0,213 52 0,-205-35 0,159 42-1365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0T04:15:31.343"/>
    </inkml:context>
    <inkml:brush xml:id="br0">
      <inkml:brushProperty name="width" value="0.35" units="cm"/>
      <inkml:brushProperty name="height" value="0.35" units="cm"/>
      <inkml:brushProperty name="color" value="#FFFFFF"/>
    </inkml:brush>
  </inkml:definitions>
  <inkml:trace contextRef="#ctx0" brushRef="#br0">4739 3157 24575,'10'-30'0,"68"-280"0,-20-11 0,197-1523-1708,-219 1356 2285,-28 342-224,-6 130 127,0 15-311,0 13-50,13 271-108,-17 13-12,-26 730-1063,22-831 986,4-117 78,2-7 0,-4-1 0,-15 83 0,19-149 52,-1-1 0,0 1 0,0-1 0,0 0-1,0 1 1,0-1 0,-1 0 0,1 0 0,-1 0 0,-4 5 0,6-7-36,-1-1 1,1 0-1,-1 1 0,1-1 1,-1 0-1,1 1 1,-1-1-1,1 0 0,-1 0 1,1 1-1,-1-1 0,0 0 1,1 0-1,-1 0 0,1 0 1,-1 0-1,0 0 1,1 0-1,-1 0 0,1 0 1,-1 0-1,0 0 0,0-1 1,-1 0 1,0 1-1,1-1 1,-1-1 0,0 1 0,0 0 0,1 0 0,-1-1 0,1 1-1,-3-4 1,-17-19-18,2-2 0,-24-43 0,-24-58 0,67 124 0,-2 1 0,1 0 0,0-1 0,0 1 0,-1 0 0,1 0 0,-1 0 0,-3-3 0,5 5 0,0 0 0,-1 0 0,1 0 0,0-1 0,-1 1 0,1 0 0,-1 0 0,1 0 0,0 0 0,-1 0 0,1 0 0,0 0 0,-1 0 0,1 0 0,-1 0 0,1 0 0,0 0 0,-1 0 0,1 0 0,-1 0 0,1 0 0,0 0 0,-1 1 0,1-1 0,-12 13 0,2 7 0,2 0 0,1 0 0,0 1 0,2-1 0,-7 42 0,6-31 0,-66 478-220,27 12-80,33-369 276,-2 27 24,-50 475 0,59-620 45,-1 0 1,-2 0-1,-1 0 0,-1-1 1,-19 38-1,23-59-29,0 0 0,-1 0 0,-1-1 0,0 0 0,0 0 0,-1-1 0,-1 0 0,1-1 0,-2 0 0,1-1 0,-1 0 0,0 0 0,-1-1 0,0-1 0,0 0 0,-14 5 0,-2-3-16,0-1 0,0-2 0,-1-1 0,-33 0 0,-11 2 0,-210 32 0,-252 21 0,302-64 0,165 0 0,0 3 0,0 3 0,-76 11 0,-155 53 0,201-41 0,17-4 0,-160 31 0,92-29 0,-280 78 0,411-94 0,-273 80 0,213-67 0,-142 16 0,103-18 0,81-10 0,-1-2 0,-62 2 0,-180-20 0,92 2 0,91 3-1365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42FA68-DDFE-41D2-BF0C-3B26F2C7B909}" type="datetimeFigureOut">
              <a:rPr lang="en-IN" smtClean="0"/>
              <a:t>10-08-2024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AC3B65-C4FC-4D45-91D0-ED460C2DA42F}" type="slidenum">
              <a:rPr lang="en-IN" smtClean="0"/>
              <a:t>‹#›</a:t>
            </a:fld>
            <a:endParaRPr lang="en-IN"/>
          </a:p>
        </p:txBody>
      </p:sp>
    </p:spTree>
    <p:extLst>
      <p:ext uri="{BB962C8B-B14F-4D97-AF65-F5344CB8AC3E}">
        <p14:creationId xmlns:p14="http://schemas.microsoft.com/office/powerpoint/2010/main" val="1388249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9988" y="1795602"/>
            <a:ext cx="10363200" cy="1170175"/>
          </a:xfrm>
        </p:spPr>
        <p:txBody>
          <a:bodyPr anchor="b"/>
          <a:lstStyle>
            <a:lvl1pPr algn="ctr">
              <a:defRPr sz="6000">
                <a:solidFill>
                  <a:schemeClr val="tx1"/>
                </a:solidFill>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1519518" y="3415040"/>
            <a:ext cx="8126505" cy="830683"/>
          </a:xfrm>
        </p:spPr>
        <p:txBody>
          <a:bodyPr/>
          <a:lstStyle>
            <a:lvl1pPr marL="0" indent="0" algn="ctr">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2863EE-FEAB-4508-B4D6-AF6387B2DC1A}" type="datetimeFigureOut">
              <a:rPr lang="en-IN" smtClean="0"/>
              <a:t>10-08-2024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DC3517-BD57-4F76-A116-04D19D12C6B3}" type="slidenum">
              <a:rPr lang="en-IN" smtClean="0"/>
              <a:t>‹#›</a:t>
            </a:fld>
            <a:endParaRPr lang="en-IN"/>
          </a:p>
        </p:txBody>
      </p:sp>
    </p:spTree>
    <p:extLst>
      <p:ext uri="{BB962C8B-B14F-4D97-AF65-F5344CB8AC3E}">
        <p14:creationId xmlns:p14="http://schemas.microsoft.com/office/powerpoint/2010/main" val="1385608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і об'є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2863EE-FEAB-4508-B4D6-AF6387B2DC1A}" type="datetimeFigureOut">
              <a:rPr lang="en-IN" smtClean="0"/>
              <a:t>10-08-2024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DC3517-BD57-4F76-A116-04D19D12C6B3}" type="slidenum">
              <a:rPr lang="en-IN" smtClean="0"/>
              <a:t>‹#›</a:t>
            </a:fld>
            <a:endParaRPr lang="en-IN"/>
          </a:p>
        </p:txBody>
      </p:sp>
    </p:spTree>
    <p:extLst>
      <p:ext uri="{BB962C8B-B14F-4D97-AF65-F5344CB8AC3E}">
        <p14:creationId xmlns:p14="http://schemas.microsoft.com/office/powerpoint/2010/main" val="612883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озділу">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2863EE-FEAB-4508-B4D6-AF6387B2DC1A}" type="datetimeFigureOut">
              <a:rPr lang="en-IN" smtClean="0"/>
              <a:t>10-08-2024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DC3517-BD57-4F76-A116-04D19D12C6B3}" type="slidenum">
              <a:rPr lang="en-IN" smtClean="0"/>
              <a:t>‹#›</a:t>
            </a:fld>
            <a:endParaRPr lang="en-IN"/>
          </a:p>
        </p:txBody>
      </p:sp>
    </p:spTree>
    <p:extLst>
      <p:ext uri="{BB962C8B-B14F-4D97-AF65-F5344CB8AC3E}">
        <p14:creationId xmlns:p14="http://schemas.microsoft.com/office/powerpoint/2010/main" val="2963507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2863EE-FEAB-4508-B4D6-AF6387B2DC1A}" type="datetimeFigureOut">
              <a:rPr lang="en-IN" smtClean="0"/>
              <a:t>10-08-2024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DC3517-BD57-4F76-A116-04D19D12C6B3}" type="slidenum">
              <a:rPr lang="en-IN" smtClean="0"/>
              <a:t>‹#›</a:t>
            </a:fld>
            <a:endParaRPr lang="en-IN"/>
          </a:p>
        </p:txBody>
      </p:sp>
    </p:spTree>
    <p:extLst>
      <p:ext uri="{BB962C8B-B14F-4D97-AF65-F5344CB8AC3E}">
        <p14:creationId xmlns:p14="http://schemas.microsoft.com/office/powerpoint/2010/main" val="382890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2863EE-FEAB-4508-B4D6-AF6387B2DC1A}" type="datetimeFigureOut">
              <a:rPr lang="en-IN" smtClean="0"/>
              <a:t>10-08-2024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DC3517-BD57-4F76-A116-04D19D12C6B3}" type="slidenum">
              <a:rPr lang="en-IN" smtClean="0"/>
              <a:t>‹#›</a:t>
            </a:fld>
            <a:endParaRPr lang="en-IN"/>
          </a:p>
        </p:txBody>
      </p:sp>
    </p:spTree>
    <p:extLst>
      <p:ext uri="{BB962C8B-B14F-4D97-AF65-F5344CB8AC3E}">
        <p14:creationId xmlns:p14="http://schemas.microsoft.com/office/powerpoint/2010/main" val="784069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2863EE-FEAB-4508-B4D6-AF6387B2DC1A}" type="datetimeFigureOut">
              <a:rPr lang="en-IN" smtClean="0"/>
              <a:t>10-08-2024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DC3517-BD57-4F76-A116-04D19D12C6B3}" type="slidenum">
              <a:rPr lang="en-IN" smtClean="0"/>
              <a:t>‹#›</a:t>
            </a:fld>
            <a:endParaRPr lang="en-IN"/>
          </a:p>
        </p:txBody>
      </p:sp>
    </p:spTree>
    <p:extLst>
      <p:ext uri="{BB962C8B-B14F-4D97-AF65-F5344CB8AC3E}">
        <p14:creationId xmlns:p14="http://schemas.microsoft.com/office/powerpoint/2010/main" val="2608509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2863EE-FEAB-4508-B4D6-AF6387B2DC1A}" type="datetimeFigureOut">
              <a:rPr lang="en-IN" smtClean="0"/>
              <a:t>10-08-2024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DC3517-BD57-4F76-A116-04D19D12C6B3}" type="slidenum">
              <a:rPr lang="en-IN" smtClean="0"/>
              <a:t>‹#›</a:t>
            </a:fld>
            <a:endParaRPr lang="en-IN"/>
          </a:p>
        </p:txBody>
      </p:sp>
    </p:spTree>
    <p:extLst>
      <p:ext uri="{BB962C8B-B14F-4D97-AF65-F5344CB8AC3E}">
        <p14:creationId xmlns:p14="http://schemas.microsoft.com/office/powerpoint/2010/main" val="28432217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2863EE-FEAB-4508-B4D6-AF6387B2DC1A}" type="datetimeFigureOut">
              <a:rPr lang="en-IN" smtClean="0"/>
              <a:t>10-08-2024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DC3517-BD57-4F76-A116-04D19D12C6B3}" type="slidenum">
              <a:rPr lang="en-IN" smtClean="0"/>
              <a:t>‹#›</a:t>
            </a:fld>
            <a:endParaRPr lang="en-IN"/>
          </a:p>
        </p:txBody>
      </p:sp>
    </p:spTree>
    <p:extLst>
      <p:ext uri="{BB962C8B-B14F-4D97-AF65-F5344CB8AC3E}">
        <p14:creationId xmlns:p14="http://schemas.microsoft.com/office/powerpoint/2010/main" val="4183639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Зображення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E2863EE-FEAB-4508-B4D6-AF6387B2DC1A}" type="datetimeFigureOut">
              <a:rPr lang="en-IN" smtClean="0"/>
              <a:t>10-08-2024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DC3517-BD57-4F76-A116-04D19D12C6B3}" type="slidenum">
              <a:rPr lang="en-IN" smtClean="0"/>
              <a:t>‹#›</a:t>
            </a:fld>
            <a:endParaRPr lang="en-IN"/>
          </a:p>
        </p:txBody>
      </p:sp>
    </p:spTree>
    <p:extLst>
      <p:ext uri="{BB962C8B-B14F-4D97-AF65-F5344CB8AC3E}">
        <p14:creationId xmlns:p14="http://schemas.microsoft.com/office/powerpoint/2010/main" val="809055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2863EE-FEAB-4508-B4D6-AF6387B2DC1A}" type="datetimeFigureOut">
              <a:rPr lang="en-IN" smtClean="0"/>
              <a:t>10-08-2024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DC3517-BD57-4F76-A116-04D19D12C6B3}" type="slidenum">
              <a:rPr lang="en-IN" smtClean="0"/>
              <a:t>‹#›</a:t>
            </a:fld>
            <a:endParaRPr lang="en-IN"/>
          </a:p>
        </p:txBody>
      </p:sp>
    </p:spTree>
    <p:extLst>
      <p:ext uri="{BB962C8B-B14F-4D97-AF65-F5344CB8AC3E}">
        <p14:creationId xmlns:p14="http://schemas.microsoft.com/office/powerpoint/2010/main" val="3908448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2863EE-FEAB-4508-B4D6-AF6387B2DC1A}" type="datetimeFigureOut">
              <a:rPr lang="en-IN" smtClean="0"/>
              <a:t>10-08-2024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DC3517-BD57-4F76-A116-04D19D12C6B3}" type="slidenum">
              <a:rPr lang="en-IN" smtClean="0"/>
              <a:t>‹#›</a:t>
            </a:fld>
            <a:endParaRPr lang="en-IN"/>
          </a:p>
        </p:txBody>
      </p:sp>
    </p:spTree>
    <p:extLst>
      <p:ext uri="{BB962C8B-B14F-4D97-AF65-F5344CB8AC3E}">
        <p14:creationId xmlns:p14="http://schemas.microsoft.com/office/powerpoint/2010/main" val="2835070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24839"/>
            <a:ext cx="10295965" cy="1046815"/>
          </a:xfrm>
          <a:prstGeom prst="rect">
            <a:avLst/>
          </a:prstGeom>
        </p:spPr>
        <p:txBody>
          <a:bodyPr vert="horz" lIns="91440" tIns="45720" rIns="91440" bIns="45720" rtlCol="0" anchor="ctr">
            <a:normAutofit/>
          </a:bodyPr>
          <a:lstStyle/>
          <a:p>
            <a:r>
              <a:rPr lang="uk-UA"/>
              <a:t>Зразок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uk-UA"/>
              <a:t>Зразок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2863EE-FEAB-4508-B4D6-AF6387B2DC1A}" type="datetimeFigureOut">
              <a:rPr lang="en-IN" smtClean="0"/>
              <a:t>10-08-2024</a:t>
            </a:fld>
            <a:endParaRPr lang="en-IN"/>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DC3517-BD57-4F76-A116-04D19D12C6B3}" type="slidenum">
              <a:rPr lang="en-IN" smtClean="0"/>
              <a:t>‹#›</a:t>
            </a:fld>
            <a:endParaRPr lang="en-IN"/>
          </a:p>
        </p:txBody>
      </p:sp>
    </p:spTree>
    <p:extLst>
      <p:ext uri="{BB962C8B-B14F-4D97-AF65-F5344CB8AC3E}">
        <p14:creationId xmlns:p14="http://schemas.microsoft.com/office/powerpoint/2010/main" val="3489918866"/>
      </p:ext>
    </p:extLst>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3.xml"/><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image" Target="../media/image24.png"/><Relationship Id="rId42" Type="http://schemas.openxmlformats.org/officeDocument/2006/relationships/customXml" Target="../ink/ink21.xml"/><Relationship Id="rId47" Type="http://schemas.openxmlformats.org/officeDocument/2006/relationships/image" Target="../media/image36.png"/><Relationship Id="rId63" Type="http://schemas.openxmlformats.org/officeDocument/2006/relationships/image" Target="../media/image44.png"/><Relationship Id="rId68" Type="http://schemas.openxmlformats.org/officeDocument/2006/relationships/customXml" Target="../ink/ink35.xml"/><Relationship Id="rId84" Type="http://schemas.openxmlformats.org/officeDocument/2006/relationships/image" Target="../media/image54.png"/><Relationship Id="rId16" Type="http://schemas.openxmlformats.org/officeDocument/2006/relationships/customXml" Target="../ink/ink8.xml"/><Relationship Id="rId11" Type="http://schemas.openxmlformats.org/officeDocument/2006/relationships/image" Target="../media/image19.png"/><Relationship Id="rId32" Type="http://schemas.openxmlformats.org/officeDocument/2006/relationships/customXml" Target="../ink/ink16.xml"/><Relationship Id="rId37" Type="http://schemas.openxmlformats.org/officeDocument/2006/relationships/image" Target="../media/image32.png"/><Relationship Id="rId53" Type="http://schemas.openxmlformats.org/officeDocument/2006/relationships/image" Target="../media/image39.png"/><Relationship Id="rId58" Type="http://schemas.openxmlformats.org/officeDocument/2006/relationships/customXml" Target="../ink/ink30.xml"/><Relationship Id="rId74" Type="http://schemas.openxmlformats.org/officeDocument/2006/relationships/image" Target="../media/image49.png"/><Relationship Id="rId79" Type="http://schemas.openxmlformats.org/officeDocument/2006/relationships/customXml" Target="../ink/ink41.xml"/><Relationship Id="rId5" Type="http://schemas.openxmlformats.org/officeDocument/2006/relationships/image" Target="../media/image16.png"/><Relationship Id="rId19" Type="http://schemas.openxmlformats.org/officeDocument/2006/relationships/image" Target="../media/image23.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27.png"/><Relationship Id="rId30" Type="http://schemas.openxmlformats.org/officeDocument/2006/relationships/customXml" Target="../ink/ink15.xml"/><Relationship Id="rId35" Type="http://schemas.openxmlformats.org/officeDocument/2006/relationships/image" Target="../media/image31.png"/><Relationship Id="rId43" Type="http://schemas.openxmlformats.org/officeDocument/2006/relationships/customXml" Target="../ink/ink22.xml"/><Relationship Id="rId48" Type="http://schemas.openxmlformats.org/officeDocument/2006/relationships/customXml" Target="../ink/ink25.xml"/><Relationship Id="rId56" Type="http://schemas.openxmlformats.org/officeDocument/2006/relationships/customXml" Target="../ink/ink29.xml"/><Relationship Id="rId64" Type="http://schemas.openxmlformats.org/officeDocument/2006/relationships/customXml" Target="../ink/ink33.xml"/><Relationship Id="rId69" Type="http://schemas.openxmlformats.org/officeDocument/2006/relationships/customXml" Target="../ink/ink36.xml"/><Relationship Id="rId77" Type="http://schemas.openxmlformats.org/officeDocument/2006/relationships/customXml" Target="../ink/ink40.xml"/><Relationship Id="rId8" Type="http://schemas.openxmlformats.org/officeDocument/2006/relationships/customXml" Target="../ink/ink4.xml"/><Relationship Id="rId51" Type="http://schemas.openxmlformats.org/officeDocument/2006/relationships/image" Target="../media/image38.png"/><Relationship Id="rId72" Type="http://schemas.openxmlformats.org/officeDocument/2006/relationships/image" Target="../media/image48.png"/><Relationship Id="rId80" Type="http://schemas.openxmlformats.org/officeDocument/2006/relationships/image" Target="../media/image52.png"/><Relationship Id="rId85" Type="http://schemas.openxmlformats.org/officeDocument/2006/relationships/image" Target="../media/image55.png"/><Relationship Id="rId3" Type="http://schemas.openxmlformats.org/officeDocument/2006/relationships/image" Target="../media/image15.png"/><Relationship Id="rId12" Type="http://schemas.openxmlformats.org/officeDocument/2006/relationships/customXml" Target="../ink/ink6.xml"/><Relationship Id="rId17" Type="http://schemas.openxmlformats.org/officeDocument/2006/relationships/image" Target="../media/image22.png"/><Relationship Id="rId25" Type="http://schemas.openxmlformats.org/officeDocument/2006/relationships/image" Target="../media/image26.png"/><Relationship Id="rId33" Type="http://schemas.openxmlformats.org/officeDocument/2006/relationships/image" Target="../media/image30.png"/><Relationship Id="rId38" Type="http://schemas.openxmlformats.org/officeDocument/2006/relationships/customXml" Target="../ink/ink19.xml"/><Relationship Id="rId46" Type="http://schemas.openxmlformats.org/officeDocument/2006/relationships/customXml" Target="../ink/ink24.xml"/><Relationship Id="rId59" Type="http://schemas.openxmlformats.org/officeDocument/2006/relationships/image" Target="../media/image42.png"/><Relationship Id="rId67" Type="http://schemas.openxmlformats.org/officeDocument/2006/relationships/image" Target="../media/image46.png"/><Relationship Id="rId20" Type="http://schemas.openxmlformats.org/officeDocument/2006/relationships/customXml" Target="../ink/ink10.xml"/><Relationship Id="rId41" Type="http://schemas.openxmlformats.org/officeDocument/2006/relationships/image" Target="../media/image34.png"/><Relationship Id="rId54" Type="http://schemas.openxmlformats.org/officeDocument/2006/relationships/customXml" Target="../ink/ink28.xml"/><Relationship Id="rId62" Type="http://schemas.openxmlformats.org/officeDocument/2006/relationships/customXml" Target="../ink/ink32.xml"/><Relationship Id="rId70" Type="http://schemas.openxmlformats.org/officeDocument/2006/relationships/image" Target="../media/image47.png"/><Relationship Id="rId75" Type="http://schemas.openxmlformats.org/officeDocument/2006/relationships/customXml" Target="../ink/ink39.xml"/><Relationship Id="rId83" Type="http://schemas.openxmlformats.org/officeDocument/2006/relationships/customXml" Target="../ink/ink43.xml"/><Relationship Id="rId1" Type="http://schemas.openxmlformats.org/officeDocument/2006/relationships/slideLayout" Target="../slideLayouts/slideLayout2.xml"/><Relationship Id="rId6" Type="http://schemas.openxmlformats.org/officeDocument/2006/relationships/customXml" Target="../ink/ink3.xml"/><Relationship Id="rId15" Type="http://schemas.openxmlformats.org/officeDocument/2006/relationships/image" Target="../media/image21.png"/><Relationship Id="rId23" Type="http://schemas.openxmlformats.org/officeDocument/2006/relationships/image" Target="../media/image25.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37.png"/><Relationship Id="rId57" Type="http://schemas.openxmlformats.org/officeDocument/2006/relationships/image" Target="../media/image41.png"/><Relationship Id="rId10" Type="http://schemas.openxmlformats.org/officeDocument/2006/relationships/customXml" Target="../ink/ink5.xml"/><Relationship Id="rId31" Type="http://schemas.openxmlformats.org/officeDocument/2006/relationships/image" Target="../media/image29.png"/><Relationship Id="rId44" Type="http://schemas.openxmlformats.org/officeDocument/2006/relationships/customXml" Target="../ink/ink23.xml"/><Relationship Id="rId52" Type="http://schemas.openxmlformats.org/officeDocument/2006/relationships/customXml" Target="../ink/ink27.xml"/><Relationship Id="rId60" Type="http://schemas.openxmlformats.org/officeDocument/2006/relationships/customXml" Target="../ink/ink31.xml"/><Relationship Id="rId65" Type="http://schemas.openxmlformats.org/officeDocument/2006/relationships/image" Target="../media/image45.png"/><Relationship Id="rId73" Type="http://schemas.openxmlformats.org/officeDocument/2006/relationships/customXml" Target="../ink/ink38.xml"/><Relationship Id="rId78" Type="http://schemas.openxmlformats.org/officeDocument/2006/relationships/image" Target="../media/image51.png"/><Relationship Id="rId81" Type="http://schemas.openxmlformats.org/officeDocument/2006/relationships/customXml" Target="../ink/ink42.xml"/><Relationship Id="rId4" Type="http://schemas.openxmlformats.org/officeDocument/2006/relationships/customXml" Target="../ink/ink2.xml"/><Relationship Id="rId9" Type="http://schemas.openxmlformats.org/officeDocument/2006/relationships/image" Target="../media/image18.png"/><Relationship Id="rId13" Type="http://schemas.openxmlformats.org/officeDocument/2006/relationships/image" Target="../media/image20.png"/><Relationship Id="rId18" Type="http://schemas.openxmlformats.org/officeDocument/2006/relationships/customXml" Target="../ink/ink9.xml"/><Relationship Id="rId39" Type="http://schemas.openxmlformats.org/officeDocument/2006/relationships/image" Target="../media/image33.png"/><Relationship Id="rId34" Type="http://schemas.openxmlformats.org/officeDocument/2006/relationships/customXml" Target="../ink/ink17.xml"/><Relationship Id="rId50" Type="http://schemas.openxmlformats.org/officeDocument/2006/relationships/customXml" Target="../ink/ink26.xml"/><Relationship Id="rId55" Type="http://schemas.openxmlformats.org/officeDocument/2006/relationships/image" Target="../media/image40.png"/><Relationship Id="rId76" Type="http://schemas.openxmlformats.org/officeDocument/2006/relationships/image" Target="../media/image50.png"/><Relationship Id="rId7" Type="http://schemas.openxmlformats.org/officeDocument/2006/relationships/image" Target="../media/image17.png"/><Relationship Id="rId71" Type="http://schemas.openxmlformats.org/officeDocument/2006/relationships/customXml" Target="../ink/ink37.xml"/><Relationship Id="rId2" Type="http://schemas.openxmlformats.org/officeDocument/2006/relationships/customXml" Target="../ink/ink1.xml"/><Relationship Id="rId29" Type="http://schemas.openxmlformats.org/officeDocument/2006/relationships/image" Target="../media/image28.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35.png"/><Relationship Id="rId66" Type="http://schemas.openxmlformats.org/officeDocument/2006/relationships/customXml" Target="../ink/ink34.xml"/><Relationship Id="rId61" Type="http://schemas.openxmlformats.org/officeDocument/2006/relationships/image" Target="../media/image43.png"/><Relationship Id="rId82" Type="http://schemas.openxmlformats.org/officeDocument/2006/relationships/image" Target="../media/image53.png"/></Relationships>
</file>

<file path=ppt/slides/_rels/slide8.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D507-AAD6-5B0F-4E9A-EF89BF5DBA85}"/>
              </a:ext>
            </a:extLst>
          </p:cNvPr>
          <p:cNvSpPr>
            <a:spLocks noGrp="1"/>
          </p:cNvSpPr>
          <p:nvPr>
            <p:ph type="ctrTitle"/>
          </p:nvPr>
        </p:nvSpPr>
        <p:spPr>
          <a:xfrm>
            <a:off x="462338" y="1069964"/>
            <a:ext cx="9370032" cy="2345076"/>
          </a:xfrm>
        </p:spPr>
        <p:txBody>
          <a:bodyPr>
            <a:normAutofit/>
          </a:bodyPr>
          <a:lstStyle/>
          <a:p>
            <a:r>
              <a:rPr lang="en-IN" sz="6600" b="1" dirty="0">
                <a:solidFill>
                  <a:srgbClr val="FF0000"/>
                </a:solidFill>
                <a:latin typeface="+mn-lt"/>
              </a:rPr>
              <a:t>Universal healthcare 					database</a:t>
            </a:r>
          </a:p>
        </p:txBody>
      </p:sp>
      <p:sp>
        <p:nvSpPr>
          <p:cNvPr id="3" name="Subtitle 2">
            <a:extLst>
              <a:ext uri="{FF2B5EF4-FFF2-40B4-BE49-F238E27FC236}">
                <a16:creationId xmlns:a16="http://schemas.microsoft.com/office/drawing/2014/main" id="{74EDBBA5-4C7E-5AC1-1896-71967F36AD1C}"/>
              </a:ext>
            </a:extLst>
          </p:cNvPr>
          <p:cNvSpPr>
            <a:spLocks noGrp="1"/>
          </p:cNvSpPr>
          <p:nvPr>
            <p:ph type="subTitle" idx="1"/>
          </p:nvPr>
        </p:nvSpPr>
        <p:spPr>
          <a:xfrm>
            <a:off x="565080" y="2969231"/>
            <a:ext cx="6647379" cy="1869897"/>
          </a:xfrm>
        </p:spPr>
        <p:txBody>
          <a:bodyPr>
            <a:normAutofit fontScale="55000" lnSpcReduction="20000"/>
          </a:bodyPr>
          <a:lstStyle/>
          <a:p>
            <a:pPr lvl="0" algn="just">
              <a:lnSpc>
                <a:spcPct val="115000"/>
              </a:lnSpc>
              <a:spcBef>
                <a:spcPts val="1000"/>
              </a:spcBef>
              <a:spcAft>
                <a:spcPts val="0"/>
              </a:spcAft>
              <a:buSzPts val="1000"/>
            </a:pPr>
            <a:r>
              <a:rPr lang="en-IN" sz="3800" b="1" u="none" strike="noStrike" dirty="0">
                <a:solidFill>
                  <a:srgbClr val="000000"/>
                </a:solidFill>
                <a:effectLst/>
                <a:highlight>
                  <a:srgbClr val="FFFFFF"/>
                </a:highlight>
                <a:latin typeface="Arial" panose="020B0604020202020204" pitchFamily="34" charset="0"/>
                <a:ea typeface="Arial" panose="020B0604020202020204" pitchFamily="34" charset="0"/>
                <a:cs typeface="Arial" panose="020B0604020202020204" pitchFamily="34" charset="0"/>
              </a:rPr>
              <a:t>Group - 6</a:t>
            </a:r>
          </a:p>
          <a:p>
            <a:pPr marL="342900" lvl="0" indent="-342900" algn="just">
              <a:lnSpc>
                <a:spcPct val="115000"/>
              </a:lnSpc>
              <a:spcBef>
                <a:spcPts val="1000"/>
              </a:spcBef>
              <a:spcAft>
                <a:spcPts val="0"/>
              </a:spcAft>
              <a:buSzPts val="1000"/>
              <a:buFont typeface="Arial" panose="020B0604020202020204" pitchFamily="34" charset="0"/>
              <a:buChar char="●"/>
            </a:pPr>
            <a:r>
              <a:rPr lang="en-IN" sz="3800" b="1" u="none" strike="noStrike" dirty="0">
                <a:solidFill>
                  <a:srgbClr val="000000"/>
                </a:solidFill>
                <a:effectLst/>
                <a:highlight>
                  <a:srgbClr val="FFFFFF"/>
                </a:highlight>
                <a:latin typeface="Arial" panose="020B0604020202020204" pitchFamily="34" charset="0"/>
                <a:ea typeface="Arial" panose="020B0604020202020204" pitchFamily="34" charset="0"/>
                <a:cs typeface="Arial" panose="020B0604020202020204" pitchFamily="34" charset="0"/>
              </a:rPr>
              <a:t>Jeevan Kumar - 6</a:t>
            </a:r>
            <a:endParaRPr lang="en-IN" sz="3800" b="1" u="none" strike="noStrike" dirty="0">
              <a:effectLst/>
              <a:highlight>
                <a:srgbClr val="FFFFFF"/>
              </a:highlight>
              <a:latin typeface="Arial" panose="020B0604020202020204" pitchFamily="34" charset="0"/>
              <a:ea typeface="Arial" panose="020B0604020202020204" pitchFamily="34" charset="0"/>
              <a:cs typeface="Arial" panose="020B0604020202020204" pitchFamily="34" charset="0"/>
            </a:endParaRPr>
          </a:p>
          <a:p>
            <a:pPr marL="342900" lvl="0" indent="-342900" algn="just">
              <a:lnSpc>
                <a:spcPct val="115000"/>
              </a:lnSpc>
              <a:buSzPts val="1000"/>
              <a:buFont typeface="Arial" panose="020B0604020202020204" pitchFamily="34" charset="0"/>
              <a:buChar char="●"/>
            </a:pPr>
            <a:r>
              <a:rPr lang="en-IN" sz="3800" b="1" u="none" strike="noStrike" dirty="0">
                <a:solidFill>
                  <a:srgbClr val="000000"/>
                </a:solidFill>
                <a:effectLst/>
                <a:highlight>
                  <a:srgbClr val="FFFFFF"/>
                </a:highlight>
                <a:latin typeface="Arial" panose="020B0604020202020204" pitchFamily="34" charset="0"/>
                <a:ea typeface="Arial" panose="020B0604020202020204" pitchFamily="34" charset="0"/>
                <a:cs typeface="Arial" panose="020B0604020202020204" pitchFamily="34" charset="0"/>
              </a:rPr>
              <a:t>Sai Bhaskar - 33</a:t>
            </a:r>
            <a:endParaRPr lang="en-IN" sz="3800" b="1" u="none" strike="noStrike" dirty="0">
              <a:effectLst/>
              <a:highlight>
                <a:srgbClr val="FFFFFF"/>
              </a:highlight>
              <a:latin typeface="Arial" panose="020B0604020202020204" pitchFamily="34" charset="0"/>
              <a:ea typeface="Arial" panose="020B0604020202020204" pitchFamily="34" charset="0"/>
              <a:cs typeface="Arial" panose="020B0604020202020204" pitchFamily="34" charset="0"/>
            </a:endParaRPr>
          </a:p>
          <a:p>
            <a:pPr marL="342900" lvl="0" indent="-342900" algn="just">
              <a:lnSpc>
                <a:spcPct val="115000"/>
              </a:lnSpc>
              <a:spcAft>
                <a:spcPts val="1000"/>
              </a:spcAft>
              <a:buSzPts val="1000"/>
              <a:buFont typeface="Arial" panose="020B0604020202020204" pitchFamily="34" charset="0"/>
              <a:buChar char="●"/>
            </a:pPr>
            <a:r>
              <a:rPr lang="en-IN" sz="3800" b="1" u="none" strike="noStrike" dirty="0">
                <a:solidFill>
                  <a:srgbClr val="000000"/>
                </a:solidFill>
                <a:effectLst/>
                <a:highlight>
                  <a:srgbClr val="FFFFFF"/>
                </a:highlight>
                <a:latin typeface="Arial" panose="020B0604020202020204" pitchFamily="34" charset="0"/>
                <a:ea typeface="Arial" panose="020B0604020202020204" pitchFamily="34" charset="0"/>
                <a:cs typeface="Arial" panose="020B0604020202020204" pitchFamily="34" charset="0"/>
              </a:rPr>
              <a:t>Steven </a:t>
            </a:r>
            <a:r>
              <a:rPr lang="en-IN" sz="3800" b="1" u="none" strike="noStrike" dirty="0" err="1">
                <a:solidFill>
                  <a:srgbClr val="000000"/>
                </a:solidFill>
                <a:effectLst/>
                <a:highlight>
                  <a:srgbClr val="FFFFFF"/>
                </a:highlight>
                <a:latin typeface="Arial" panose="020B0604020202020204" pitchFamily="34" charset="0"/>
                <a:ea typeface="Arial" panose="020B0604020202020204" pitchFamily="34" charset="0"/>
                <a:cs typeface="Arial" panose="020B0604020202020204" pitchFamily="34" charset="0"/>
              </a:rPr>
              <a:t>Quintana</a:t>
            </a:r>
            <a:r>
              <a:rPr lang="en-IN" sz="3800" b="1" u="none" strike="noStrike" dirty="0">
                <a:solidFill>
                  <a:srgbClr val="000000"/>
                </a:solidFill>
                <a:effectLst/>
                <a:highlight>
                  <a:srgbClr val="FFFFFF"/>
                </a:highlight>
                <a:latin typeface="Arial" panose="020B0604020202020204" pitchFamily="34" charset="0"/>
                <a:ea typeface="Arial" panose="020B0604020202020204" pitchFamily="34" charset="0"/>
                <a:cs typeface="Arial" panose="020B0604020202020204" pitchFamily="34" charset="0"/>
              </a:rPr>
              <a:t> - </a:t>
            </a:r>
            <a:r>
              <a:rPr lang="en-IN" sz="3800" b="1" dirty="0">
                <a:solidFill>
                  <a:srgbClr val="000000"/>
                </a:solidFill>
                <a:highlight>
                  <a:srgbClr val="FFFFFF"/>
                </a:highlight>
                <a:latin typeface="Arial" panose="020B0604020202020204" pitchFamily="34" charset="0"/>
                <a:ea typeface="Arial" panose="020B0604020202020204" pitchFamily="34" charset="0"/>
                <a:cs typeface="Arial" panose="020B0604020202020204" pitchFamily="34" charset="0"/>
              </a:rPr>
              <a:t> </a:t>
            </a:r>
            <a:r>
              <a:rPr lang="en-IN" sz="3800" b="1" u="none" strike="noStrike" dirty="0">
                <a:solidFill>
                  <a:srgbClr val="000000"/>
                </a:solidFill>
                <a:effectLst/>
                <a:highlight>
                  <a:srgbClr val="FFFFFF"/>
                </a:highlight>
                <a:latin typeface="Arial" panose="020B0604020202020204" pitchFamily="34" charset="0"/>
                <a:ea typeface="Arial" panose="020B0604020202020204" pitchFamily="34" charset="0"/>
                <a:cs typeface="Arial" panose="020B0604020202020204" pitchFamily="34" charset="0"/>
              </a:rPr>
              <a:t>54</a:t>
            </a:r>
            <a:endParaRPr lang="en-IN" sz="3800" b="1" u="none" strike="noStrike" dirty="0">
              <a:effectLst/>
              <a:highlight>
                <a:srgbClr val="FFFFFF"/>
              </a:highlight>
              <a:latin typeface="Arial" panose="020B0604020202020204" pitchFamily="34" charset="0"/>
              <a:ea typeface="Arial" panose="020B0604020202020204" pitchFamily="34" charset="0"/>
              <a:cs typeface="Arial" panose="020B0604020202020204" pitchFamily="34" charset="0"/>
            </a:endParaRPr>
          </a:p>
          <a:p>
            <a:endParaRPr lang="en-IN" dirty="0"/>
          </a:p>
        </p:txBody>
      </p:sp>
      <p:pic>
        <p:nvPicPr>
          <p:cNvPr id="9" name="Graphic 8" descr="Earth globe Americas">
            <a:extLst>
              <a:ext uri="{FF2B5EF4-FFF2-40B4-BE49-F238E27FC236}">
                <a16:creationId xmlns:a16="http://schemas.microsoft.com/office/drawing/2014/main" id="{BAE4CE0E-66FB-960B-B6D7-7AFCF81E370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22341" y="3415040"/>
            <a:ext cx="914400" cy="914400"/>
          </a:xfrm>
          <a:prstGeom prst="rect">
            <a:avLst/>
          </a:prstGeom>
        </p:spPr>
      </p:pic>
      <p:pic>
        <p:nvPicPr>
          <p:cNvPr id="11" name="Graphic 10" descr="Medical">
            <a:extLst>
              <a:ext uri="{FF2B5EF4-FFF2-40B4-BE49-F238E27FC236}">
                <a16:creationId xmlns:a16="http://schemas.microsoft.com/office/drawing/2014/main" id="{9118B27D-9F1E-7E0F-CFB1-68A80D13943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39829" y="3415040"/>
            <a:ext cx="914400" cy="914400"/>
          </a:xfrm>
          <a:prstGeom prst="rect">
            <a:avLst/>
          </a:prstGeom>
        </p:spPr>
      </p:pic>
      <p:pic>
        <p:nvPicPr>
          <p:cNvPr id="13" name="Graphic 12" descr="Internet">
            <a:extLst>
              <a:ext uri="{FF2B5EF4-FFF2-40B4-BE49-F238E27FC236}">
                <a16:creationId xmlns:a16="http://schemas.microsoft.com/office/drawing/2014/main" id="{8A726A04-CBD0-C337-2088-183DB726DFD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003552" y="3415040"/>
            <a:ext cx="914400" cy="914400"/>
          </a:xfrm>
          <a:prstGeom prst="rect">
            <a:avLst/>
          </a:prstGeom>
        </p:spPr>
      </p:pic>
    </p:spTree>
    <p:extLst>
      <p:ext uri="{BB962C8B-B14F-4D97-AF65-F5344CB8AC3E}">
        <p14:creationId xmlns:p14="http://schemas.microsoft.com/office/powerpoint/2010/main" val="314068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C3473-0B6E-1AD7-BED7-BF6B8B52BEEB}"/>
              </a:ext>
            </a:extLst>
          </p:cNvPr>
          <p:cNvSpPr>
            <a:spLocks noGrp="1"/>
          </p:cNvSpPr>
          <p:nvPr>
            <p:ph type="title"/>
          </p:nvPr>
        </p:nvSpPr>
        <p:spPr>
          <a:xfrm>
            <a:off x="2126751" y="1144661"/>
            <a:ext cx="9227050" cy="848525"/>
          </a:xfrm>
        </p:spPr>
        <p:txBody>
          <a:bodyPr>
            <a:normAutofit fontScale="90000"/>
          </a:bodyPr>
          <a:lstStyle/>
          <a:p>
            <a:r>
              <a:rPr lang="en-IN" dirty="0"/>
              <a:t>INTRODUCTION</a:t>
            </a:r>
          </a:p>
        </p:txBody>
      </p:sp>
      <p:sp>
        <p:nvSpPr>
          <p:cNvPr id="3" name="Rectangle 1">
            <a:extLst>
              <a:ext uri="{FF2B5EF4-FFF2-40B4-BE49-F238E27FC236}">
                <a16:creationId xmlns:a16="http://schemas.microsoft.com/office/drawing/2014/main" id="{FE022D4E-05A1-A291-D8A6-CF98B4685C91}"/>
              </a:ext>
            </a:extLst>
          </p:cNvPr>
          <p:cNvSpPr>
            <a:spLocks noGrp="1" noChangeArrowheads="1"/>
          </p:cNvSpPr>
          <p:nvPr>
            <p:ph type="body" idx="1"/>
          </p:nvPr>
        </p:nvSpPr>
        <p:spPr bwMode="auto">
          <a:xfrm>
            <a:off x="2126751" y="1993186"/>
            <a:ext cx="7150814"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Universal Healthcare Database System, built on MongoDB, centralizes patient records from multiple providers into a flexible, document-based NoSQL database. This system improves access to comprehensive health information, streamlines data transfer when patients switch providers, and provides research labs with centralized, reliable access to large health datasets, enhancing the accuracy of health research and enabling better patient care and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0444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96E4-FA1E-6376-A258-7B6775291C9D}"/>
              </a:ext>
            </a:extLst>
          </p:cNvPr>
          <p:cNvSpPr>
            <a:spLocks noGrp="1"/>
          </p:cNvSpPr>
          <p:nvPr>
            <p:ph type="title"/>
          </p:nvPr>
        </p:nvSpPr>
        <p:spPr>
          <a:xfrm>
            <a:off x="2075380" y="1084770"/>
            <a:ext cx="9168602" cy="1046815"/>
          </a:xfrm>
        </p:spPr>
        <p:txBody>
          <a:bodyPr/>
          <a:lstStyle/>
          <a:p>
            <a:r>
              <a:rPr lang="en-IN" dirty="0">
                <a:solidFill>
                  <a:schemeClr val="tx1"/>
                </a:solidFill>
              </a:rPr>
              <a:t>PROBLEM STATEMENT</a:t>
            </a:r>
          </a:p>
        </p:txBody>
      </p:sp>
      <p:sp>
        <p:nvSpPr>
          <p:cNvPr id="4" name="Rectangle 1">
            <a:extLst>
              <a:ext uri="{FF2B5EF4-FFF2-40B4-BE49-F238E27FC236}">
                <a16:creationId xmlns:a16="http://schemas.microsoft.com/office/drawing/2014/main" id="{367DDB06-A6B8-92F0-D322-52B630A3653E}"/>
              </a:ext>
            </a:extLst>
          </p:cNvPr>
          <p:cNvSpPr>
            <a:spLocks noGrp="1" noChangeArrowheads="1"/>
          </p:cNvSpPr>
          <p:nvPr>
            <p:ph idx="1"/>
          </p:nvPr>
        </p:nvSpPr>
        <p:spPr bwMode="auto">
          <a:xfrm>
            <a:off x="2200438" y="2050883"/>
            <a:ext cx="891848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400" dirty="0"/>
              <a:t>In healthcare, the decentralization of patient data across multiple systems hinders comprehensive care and early diagnosis. Organizations like </a:t>
            </a:r>
            <a:r>
              <a:rPr lang="en-US" sz="2400" dirty="0" err="1"/>
              <a:t>CommonWell</a:t>
            </a:r>
            <a:r>
              <a:rPr lang="en-US" sz="2400" dirty="0"/>
              <a:t> are addressing this by using ETLs to centralize data, making it more accessible. A universal interface linked to a document-based NoSQL database could enhance flexibility and maintainability, accommodating the dynamic nature of patient records. This centralization also facilitates research by providing easier access to large datasets.</a:t>
            </a:r>
            <a:endParaRPr lang="en-US" altLang="en-US" sz="2400" dirty="0"/>
          </a:p>
        </p:txBody>
      </p:sp>
    </p:spTree>
    <p:extLst>
      <p:ext uri="{BB962C8B-B14F-4D97-AF65-F5344CB8AC3E}">
        <p14:creationId xmlns:p14="http://schemas.microsoft.com/office/powerpoint/2010/main" val="2872234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320FA-4230-42F7-862C-17E1A9BCB3C8}"/>
              </a:ext>
            </a:extLst>
          </p:cNvPr>
          <p:cNvSpPr>
            <a:spLocks noGrp="1"/>
          </p:cNvSpPr>
          <p:nvPr>
            <p:ph type="title"/>
          </p:nvPr>
        </p:nvSpPr>
        <p:spPr>
          <a:xfrm>
            <a:off x="2671281" y="1709740"/>
            <a:ext cx="8676170" cy="704687"/>
          </a:xfrm>
        </p:spPr>
        <p:txBody>
          <a:bodyPr>
            <a:normAutofit fontScale="90000"/>
          </a:bodyPr>
          <a:lstStyle/>
          <a:p>
            <a:r>
              <a:rPr lang="en-IN" dirty="0"/>
              <a:t>Tools used:</a:t>
            </a:r>
          </a:p>
        </p:txBody>
      </p:sp>
      <p:sp>
        <p:nvSpPr>
          <p:cNvPr id="3" name="Text Placeholder 2">
            <a:extLst>
              <a:ext uri="{FF2B5EF4-FFF2-40B4-BE49-F238E27FC236}">
                <a16:creationId xmlns:a16="http://schemas.microsoft.com/office/drawing/2014/main" id="{375E8D70-8920-4D27-685C-3D261ED678DD}"/>
              </a:ext>
            </a:extLst>
          </p:cNvPr>
          <p:cNvSpPr>
            <a:spLocks noGrp="1"/>
          </p:cNvSpPr>
          <p:nvPr>
            <p:ph type="body" idx="1"/>
          </p:nvPr>
        </p:nvSpPr>
        <p:spPr>
          <a:xfrm>
            <a:off x="2671281" y="2414427"/>
            <a:ext cx="8676170" cy="3328827"/>
          </a:xfrm>
        </p:spPr>
        <p:txBody>
          <a:bodyPr>
            <a:normAutofit fontScale="92500" lnSpcReduction="20000"/>
          </a:bodyPr>
          <a:lstStyle/>
          <a:p>
            <a:pPr marL="457200" lvl="0" indent="-334327" algn="l" rtl="0">
              <a:spcBef>
                <a:spcPts val="0"/>
              </a:spcBef>
              <a:spcAft>
                <a:spcPts val="0"/>
              </a:spcAft>
              <a:buSzPct val="100000"/>
              <a:buChar char="●"/>
            </a:pPr>
            <a:r>
              <a:rPr lang="en-IN" dirty="0"/>
              <a:t>Frontend:</a:t>
            </a:r>
          </a:p>
          <a:p>
            <a:pPr marL="914400" lvl="1" indent="-310832" algn="l" rtl="0">
              <a:spcBef>
                <a:spcPts val="0"/>
              </a:spcBef>
              <a:spcAft>
                <a:spcPts val="0"/>
              </a:spcAft>
              <a:buSzPct val="100000"/>
              <a:buChar char="○"/>
            </a:pPr>
            <a:r>
              <a:rPr lang="en-IN" dirty="0"/>
              <a:t>Utilized HTML/CSS/</a:t>
            </a:r>
            <a:r>
              <a:rPr lang="en-IN" dirty="0" err="1"/>
              <a:t>Javascript</a:t>
            </a:r>
            <a:r>
              <a:rPr lang="en-IN" dirty="0"/>
              <a:t> in all in one HTML file</a:t>
            </a:r>
          </a:p>
          <a:p>
            <a:pPr marL="914400" lvl="1" indent="-310832" algn="l" rtl="0">
              <a:spcBef>
                <a:spcPts val="0"/>
              </a:spcBef>
              <a:spcAft>
                <a:spcPts val="0"/>
              </a:spcAft>
              <a:buSzPct val="100000"/>
              <a:buChar char="○"/>
            </a:pPr>
            <a:r>
              <a:rPr lang="en-IN" dirty="0"/>
              <a:t>Communicates to the Python server via Fetch HTTP requests</a:t>
            </a:r>
          </a:p>
          <a:p>
            <a:pPr marL="457200" lvl="0" indent="-334327" algn="l" rtl="0">
              <a:spcBef>
                <a:spcPts val="0"/>
              </a:spcBef>
              <a:spcAft>
                <a:spcPts val="0"/>
              </a:spcAft>
              <a:buSzPct val="100000"/>
              <a:buChar char="●"/>
            </a:pPr>
            <a:r>
              <a:rPr lang="en-IN" dirty="0"/>
              <a:t>Backend:</a:t>
            </a:r>
          </a:p>
          <a:p>
            <a:pPr marL="914400" lvl="1" indent="-310832" algn="l" rtl="0">
              <a:spcBef>
                <a:spcPts val="0"/>
              </a:spcBef>
              <a:spcAft>
                <a:spcPts val="0"/>
              </a:spcAft>
              <a:buSzPct val="100000"/>
              <a:buChar char="○"/>
            </a:pPr>
            <a:r>
              <a:rPr lang="en-IN" dirty="0"/>
              <a:t>Backend was created entirely in the Python language</a:t>
            </a:r>
          </a:p>
          <a:p>
            <a:pPr marL="914400" lvl="1" indent="-310832" algn="l" rtl="0">
              <a:spcBef>
                <a:spcPts val="0"/>
              </a:spcBef>
              <a:spcAft>
                <a:spcPts val="0"/>
              </a:spcAft>
              <a:buSzPct val="100000"/>
              <a:buChar char="○"/>
            </a:pPr>
            <a:r>
              <a:rPr lang="en-IN" dirty="0"/>
              <a:t>Utilized Flask for HTTP request routing and returning data to the frontend app</a:t>
            </a:r>
          </a:p>
          <a:p>
            <a:pPr marL="914400" lvl="1" indent="-310832" algn="l" rtl="0">
              <a:spcBef>
                <a:spcPts val="0"/>
              </a:spcBef>
              <a:spcAft>
                <a:spcPts val="0"/>
              </a:spcAft>
              <a:buSzPct val="100000"/>
              <a:buChar char="○"/>
            </a:pPr>
            <a:r>
              <a:rPr lang="en-IN" dirty="0"/>
              <a:t>Utilized </a:t>
            </a:r>
            <a:r>
              <a:rPr lang="en-IN" dirty="0" err="1"/>
              <a:t>PyMongo</a:t>
            </a:r>
            <a:r>
              <a:rPr lang="en-IN" dirty="0"/>
              <a:t> to integrate queries to MongoDB from the server app</a:t>
            </a:r>
          </a:p>
          <a:p>
            <a:pPr marL="457200" lvl="0" indent="-334327" algn="l" rtl="0">
              <a:spcBef>
                <a:spcPts val="0"/>
              </a:spcBef>
              <a:spcAft>
                <a:spcPts val="0"/>
              </a:spcAft>
              <a:buSzPct val="100000"/>
              <a:buChar char="●"/>
            </a:pPr>
            <a:r>
              <a:rPr lang="en-IN" dirty="0"/>
              <a:t>Database:</a:t>
            </a:r>
          </a:p>
          <a:p>
            <a:pPr marL="914400" lvl="1" indent="-310832" algn="l" rtl="0">
              <a:spcBef>
                <a:spcPts val="0"/>
              </a:spcBef>
              <a:spcAft>
                <a:spcPts val="0"/>
              </a:spcAft>
              <a:buSzPct val="100000"/>
              <a:buChar char="○"/>
            </a:pPr>
            <a:r>
              <a:rPr lang="en-IN" dirty="0"/>
              <a:t>Utilized a Document NoSQL database with MongoDB</a:t>
            </a:r>
          </a:p>
          <a:p>
            <a:pPr marL="914400" lvl="1" indent="-310832" algn="l" rtl="0">
              <a:spcBef>
                <a:spcPts val="0"/>
              </a:spcBef>
              <a:spcAft>
                <a:spcPts val="0"/>
              </a:spcAft>
              <a:buSzPct val="100000"/>
              <a:buChar char="○"/>
            </a:pPr>
            <a:r>
              <a:rPr lang="en-IN" dirty="0"/>
              <a:t>Created database locally with MongoDB Compass</a:t>
            </a:r>
          </a:p>
          <a:p>
            <a:pPr marL="914400" lvl="1" indent="-310832" algn="l" rtl="0">
              <a:spcBef>
                <a:spcPts val="0"/>
              </a:spcBef>
              <a:spcAft>
                <a:spcPts val="0"/>
              </a:spcAft>
              <a:buSzPct val="100000"/>
              <a:buChar char="○"/>
            </a:pPr>
            <a:r>
              <a:rPr lang="en-IN" dirty="0"/>
              <a:t>Chose a document DB for its flexibility and ease of understanding for programmers</a:t>
            </a:r>
          </a:p>
          <a:p>
            <a:endParaRPr lang="en-IN" dirty="0"/>
          </a:p>
        </p:txBody>
      </p:sp>
      <p:pic>
        <p:nvPicPr>
          <p:cNvPr id="10" name="Graphic 9" descr="Tools">
            <a:extLst>
              <a:ext uri="{FF2B5EF4-FFF2-40B4-BE49-F238E27FC236}">
                <a16:creationId xmlns:a16="http://schemas.microsoft.com/office/drawing/2014/main" id="{02FFDF1E-436C-31DC-5162-11920FFE1AA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4045" y="105310"/>
            <a:ext cx="914400" cy="914400"/>
          </a:xfrm>
          <a:prstGeom prst="rect">
            <a:avLst/>
          </a:prstGeom>
        </p:spPr>
      </p:pic>
      <p:pic>
        <p:nvPicPr>
          <p:cNvPr id="12" name="Graphic 11" descr="Programmer">
            <a:extLst>
              <a:ext uri="{FF2B5EF4-FFF2-40B4-BE49-F238E27FC236}">
                <a16:creationId xmlns:a16="http://schemas.microsoft.com/office/drawing/2014/main" id="{B01BF46E-1F84-2D32-5CC5-110DAD39027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59960" y="105310"/>
            <a:ext cx="914400" cy="914400"/>
          </a:xfrm>
          <a:prstGeom prst="rect">
            <a:avLst/>
          </a:prstGeom>
        </p:spPr>
      </p:pic>
    </p:spTree>
    <p:extLst>
      <p:ext uri="{BB962C8B-B14F-4D97-AF65-F5344CB8AC3E}">
        <p14:creationId xmlns:p14="http://schemas.microsoft.com/office/powerpoint/2010/main" val="15971861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A62247-E227-1A32-FB7F-9F07207ED539}"/>
              </a:ext>
            </a:extLst>
          </p:cNvPr>
          <p:cNvPicPr>
            <a:picLocks noChangeAspect="1"/>
          </p:cNvPicPr>
          <p:nvPr/>
        </p:nvPicPr>
        <p:blipFill>
          <a:blip r:embed="rId2"/>
          <a:stretch>
            <a:fillRect/>
          </a:stretch>
        </p:blipFill>
        <p:spPr>
          <a:xfrm>
            <a:off x="0" y="360947"/>
            <a:ext cx="12192000" cy="6217319"/>
          </a:xfrm>
          <a:prstGeom prst="rect">
            <a:avLst/>
          </a:prstGeom>
        </p:spPr>
      </p:pic>
    </p:spTree>
    <p:extLst>
      <p:ext uri="{BB962C8B-B14F-4D97-AF65-F5344CB8AC3E}">
        <p14:creationId xmlns:p14="http://schemas.microsoft.com/office/powerpoint/2010/main" val="3849193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321BB8-5D5B-2932-A37B-B77383F78EA2}"/>
              </a:ext>
            </a:extLst>
          </p:cNvPr>
          <p:cNvPicPr>
            <a:picLocks noChangeAspect="1"/>
          </p:cNvPicPr>
          <p:nvPr/>
        </p:nvPicPr>
        <p:blipFill>
          <a:blip r:embed="rId2"/>
          <a:stretch>
            <a:fillRect/>
          </a:stretch>
        </p:blipFill>
        <p:spPr>
          <a:xfrm>
            <a:off x="0" y="433137"/>
            <a:ext cx="12192000" cy="5999747"/>
          </a:xfrm>
          <a:prstGeom prst="rect">
            <a:avLst/>
          </a:prstGeom>
        </p:spPr>
      </p:pic>
    </p:spTree>
    <p:extLst>
      <p:ext uri="{BB962C8B-B14F-4D97-AF65-F5344CB8AC3E}">
        <p14:creationId xmlns:p14="http://schemas.microsoft.com/office/powerpoint/2010/main" val="4183298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207E728-9740-5CDF-7C06-3C0B7CA66C9C}"/>
              </a:ext>
            </a:extLst>
          </p:cNvPr>
          <p:cNvSpPr>
            <a:spLocks noGrp="1"/>
          </p:cNvSpPr>
          <p:nvPr>
            <p:ph type="title"/>
          </p:nvPr>
        </p:nvSpPr>
        <p:spPr/>
        <p:txBody>
          <a:bodyPr/>
          <a:lstStyle/>
          <a:p>
            <a:r>
              <a:rPr lang="en-IN" dirty="0"/>
              <a:t>DATA MODEL</a:t>
            </a:r>
          </a:p>
        </p:txBody>
      </p:sp>
      <p:grpSp>
        <p:nvGrpSpPr>
          <p:cNvPr id="66" name="Group 65">
            <a:extLst>
              <a:ext uri="{FF2B5EF4-FFF2-40B4-BE49-F238E27FC236}">
                <a16:creationId xmlns:a16="http://schemas.microsoft.com/office/drawing/2014/main" id="{0CE7DBF9-5D8B-49A6-17F3-70BB01008160}"/>
              </a:ext>
            </a:extLst>
          </p:cNvPr>
          <p:cNvGrpSpPr/>
          <p:nvPr/>
        </p:nvGrpSpPr>
        <p:grpSpPr>
          <a:xfrm>
            <a:off x="82209" y="3117430"/>
            <a:ext cx="2121480" cy="3055320"/>
            <a:chOff x="82209" y="3117430"/>
            <a:chExt cx="2121480" cy="3055320"/>
          </a:xfrm>
        </p:grpSpPr>
        <mc:AlternateContent xmlns:mc="http://schemas.openxmlformats.org/markup-compatibility/2006">
          <mc:Choice xmlns:p14="http://schemas.microsoft.com/office/powerpoint/2010/main" Requires="p14">
            <p:contentPart p14:bwMode="auto" r:id="rId2">
              <p14:nvContentPartPr>
                <p14:cNvPr id="22" name="Ink 21">
                  <a:extLst>
                    <a:ext uri="{FF2B5EF4-FFF2-40B4-BE49-F238E27FC236}">
                      <a16:creationId xmlns:a16="http://schemas.microsoft.com/office/drawing/2014/main" id="{E92626CA-DEF7-06D6-279F-59CBAD0AAC00}"/>
                    </a:ext>
                  </a:extLst>
                </p14:cNvPr>
                <p14:cNvContentPartPr/>
                <p14:nvPr/>
              </p14:nvContentPartPr>
              <p14:xfrm>
                <a:off x="1085889" y="6085630"/>
                <a:ext cx="16920" cy="87120"/>
              </p14:xfrm>
            </p:contentPart>
          </mc:Choice>
          <mc:Fallback>
            <p:pic>
              <p:nvPicPr>
                <p:cNvPr id="22" name="Ink 21">
                  <a:extLst>
                    <a:ext uri="{FF2B5EF4-FFF2-40B4-BE49-F238E27FC236}">
                      <a16:creationId xmlns:a16="http://schemas.microsoft.com/office/drawing/2014/main" id="{E92626CA-DEF7-06D6-279F-59CBAD0AAC00}"/>
                    </a:ext>
                  </a:extLst>
                </p:cNvPr>
                <p:cNvPicPr/>
                <p:nvPr/>
              </p:nvPicPr>
              <p:blipFill>
                <a:blip r:embed="rId3"/>
                <a:stretch>
                  <a:fillRect/>
                </a:stretch>
              </p:blipFill>
              <p:spPr>
                <a:xfrm>
                  <a:off x="1022889" y="6022990"/>
                  <a:ext cx="142560" cy="2127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0" name="Ink 19">
                  <a:extLst>
                    <a:ext uri="{FF2B5EF4-FFF2-40B4-BE49-F238E27FC236}">
                      <a16:creationId xmlns:a16="http://schemas.microsoft.com/office/drawing/2014/main" id="{5E68FD9B-C9E0-F20B-B3B0-3C1D9CE02D67}"/>
                    </a:ext>
                  </a:extLst>
                </p14:cNvPr>
                <p14:cNvContentPartPr/>
                <p14:nvPr/>
              </p14:nvContentPartPr>
              <p14:xfrm>
                <a:off x="1091289" y="3678670"/>
                <a:ext cx="360" cy="6840"/>
              </p14:xfrm>
            </p:contentPart>
          </mc:Choice>
          <mc:Fallback>
            <p:pic>
              <p:nvPicPr>
                <p:cNvPr id="20" name="Ink 19">
                  <a:extLst>
                    <a:ext uri="{FF2B5EF4-FFF2-40B4-BE49-F238E27FC236}">
                      <a16:creationId xmlns:a16="http://schemas.microsoft.com/office/drawing/2014/main" id="{5E68FD9B-C9E0-F20B-B3B0-3C1D9CE02D67}"/>
                    </a:ext>
                  </a:extLst>
                </p:cNvPr>
                <p:cNvPicPr/>
                <p:nvPr/>
              </p:nvPicPr>
              <p:blipFill>
                <a:blip r:embed="rId5"/>
                <a:stretch>
                  <a:fillRect/>
                </a:stretch>
              </p:blipFill>
              <p:spPr>
                <a:xfrm>
                  <a:off x="1028649" y="3616030"/>
                  <a:ext cx="12600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1" name="Ink 20">
                  <a:extLst>
                    <a:ext uri="{FF2B5EF4-FFF2-40B4-BE49-F238E27FC236}">
                      <a16:creationId xmlns:a16="http://schemas.microsoft.com/office/drawing/2014/main" id="{3DB9178C-ABE1-724E-4915-0F62EF0A5C85}"/>
                    </a:ext>
                  </a:extLst>
                </p14:cNvPr>
                <p14:cNvContentPartPr/>
                <p14:nvPr/>
              </p14:nvContentPartPr>
              <p14:xfrm>
                <a:off x="1089849" y="4018870"/>
                <a:ext cx="46080" cy="788040"/>
              </p14:xfrm>
            </p:contentPart>
          </mc:Choice>
          <mc:Fallback>
            <p:pic>
              <p:nvPicPr>
                <p:cNvPr id="21" name="Ink 20">
                  <a:extLst>
                    <a:ext uri="{FF2B5EF4-FFF2-40B4-BE49-F238E27FC236}">
                      <a16:creationId xmlns:a16="http://schemas.microsoft.com/office/drawing/2014/main" id="{3DB9178C-ABE1-724E-4915-0F62EF0A5C85}"/>
                    </a:ext>
                  </a:extLst>
                </p:cNvPr>
                <p:cNvPicPr/>
                <p:nvPr/>
              </p:nvPicPr>
              <p:blipFill>
                <a:blip r:embed="rId7"/>
                <a:stretch>
                  <a:fillRect/>
                </a:stretch>
              </p:blipFill>
              <p:spPr>
                <a:xfrm>
                  <a:off x="1027209" y="3955870"/>
                  <a:ext cx="171720" cy="9136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3" name="Ink 22">
                  <a:extLst>
                    <a:ext uri="{FF2B5EF4-FFF2-40B4-BE49-F238E27FC236}">
                      <a16:creationId xmlns:a16="http://schemas.microsoft.com/office/drawing/2014/main" id="{48454A95-3508-5161-9669-5B91539344AA}"/>
                    </a:ext>
                  </a:extLst>
                </p14:cNvPr>
                <p14:cNvContentPartPr/>
                <p14:nvPr/>
              </p14:nvContentPartPr>
              <p14:xfrm>
                <a:off x="561009" y="3399670"/>
                <a:ext cx="171720" cy="1418400"/>
              </p14:xfrm>
            </p:contentPart>
          </mc:Choice>
          <mc:Fallback>
            <p:pic>
              <p:nvPicPr>
                <p:cNvPr id="23" name="Ink 22">
                  <a:extLst>
                    <a:ext uri="{FF2B5EF4-FFF2-40B4-BE49-F238E27FC236}">
                      <a16:creationId xmlns:a16="http://schemas.microsoft.com/office/drawing/2014/main" id="{48454A95-3508-5161-9669-5B91539344AA}"/>
                    </a:ext>
                  </a:extLst>
                </p:cNvPr>
                <p:cNvPicPr/>
                <p:nvPr/>
              </p:nvPicPr>
              <p:blipFill>
                <a:blip r:embed="rId9"/>
                <a:stretch>
                  <a:fillRect/>
                </a:stretch>
              </p:blipFill>
              <p:spPr>
                <a:xfrm>
                  <a:off x="498369" y="3337030"/>
                  <a:ext cx="297360" cy="15440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4" name="Ink 23">
                  <a:extLst>
                    <a:ext uri="{FF2B5EF4-FFF2-40B4-BE49-F238E27FC236}">
                      <a16:creationId xmlns:a16="http://schemas.microsoft.com/office/drawing/2014/main" id="{62291BB0-C55D-A9C5-5337-0620859C195C}"/>
                    </a:ext>
                  </a:extLst>
                </p14:cNvPr>
                <p14:cNvContentPartPr/>
                <p14:nvPr/>
              </p14:nvContentPartPr>
              <p14:xfrm>
                <a:off x="702489" y="3447910"/>
                <a:ext cx="316080" cy="1355760"/>
              </p14:xfrm>
            </p:contentPart>
          </mc:Choice>
          <mc:Fallback>
            <p:pic>
              <p:nvPicPr>
                <p:cNvPr id="24" name="Ink 23">
                  <a:extLst>
                    <a:ext uri="{FF2B5EF4-FFF2-40B4-BE49-F238E27FC236}">
                      <a16:creationId xmlns:a16="http://schemas.microsoft.com/office/drawing/2014/main" id="{62291BB0-C55D-A9C5-5337-0620859C195C}"/>
                    </a:ext>
                  </a:extLst>
                </p:cNvPr>
                <p:cNvPicPr/>
                <p:nvPr/>
              </p:nvPicPr>
              <p:blipFill>
                <a:blip r:embed="rId11"/>
                <a:stretch>
                  <a:fillRect/>
                </a:stretch>
              </p:blipFill>
              <p:spPr>
                <a:xfrm>
                  <a:off x="639849" y="3384910"/>
                  <a:ext cx="441720" cy="14814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5" name="Ink 24">
                  <a:extLst>
                    <a:ext uri="{FF2B5EF4-FFF2-40B4-BE49-F238E27FC236}">
                      <a16:creationId xmlns:a16="http://schemas.microsoft.com/office/drawing/2014/main" id="{471178D5-A657-AB35-07C0-F6C75115CBF9}"/>
                    </a:ext>
                  </a:extLst>
                </p14:cNvPr>
                <p14:cNvContentPartPr/>
                <p14:nvPr/>
              </p14:nvContentPartPr>
              <p14:xfrm>
                <a:off x="1047369" y="4447270"/>
                <a:ext cx="21960" cy="347400"/>
              </p14:xfrm>
            </p:contentPart>
          </mc:Choice>
          <mc:Fallback>
            <p:pic>
              <p:nvPicPr>
                <p:cNvPr id="25" name="Ink 24">
                  <a:extLst>
                    <a:ext uri="{FF2B5EF4-FFF2-40B4-BE49-F238E27FC236}">
                      <a16:creationId xmlns:a16="http://schemas.microsoft.com/office/drawing/2014/main" id="{471178D5-A657-AB35-07C0-F6C75115CBF9}"/>
                    </a:ext>
                  </a:extLst>
                </p:cNvPr>
                <p:cNvPicPr/>
                <p:nvPr/>
              </p:nvPicPr>
              <p:blipFill>
                <a:blip r:embed="rId13"/>
                <a:stretch>
                  <a:fillRect/>
                </a:stretch>
              </p:blipFill>
              <p:spPr>
                <a:xfrm>
                  <a:off x="984369" y="4384270"/>
                  <a:ext cx="147600" cy="4730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6" name="Ink 25">
                  <a:extLst>
                    <a:ext uri="{FF2B5EF4-FFF2-40B4-BE49-F238E27FC236}">
                      <a16:creationId xmlns:a16="http://schemas.microsoft.com/office/drawing/2014/main" id="{340ADCEF-7C90-6772-FFFF-8620B0C96F2D}"/>
                    </a:ext>
                  </a:extLst>
                </p14:cNvPr>
                <p14:cNvContentPartPr/>
                <p14:nvPr/>
              </p14:nvContentPartPr>
              <p14:xfrm>
                <a:off x="1102089" y="3513790"/>
                <a:ext cx="338760" cy="1521360"/>
              </p14:xfrm>
            </p:contentPart>
          </mc:Choice>
          <mc:Fallback>
            <p:pic>
              <p:nvPicPr>
                <p:cNvPr id="26" name="Ink 25">
                  <a:extLst>
                    <a:ext uri="{FF2B5EF4-FFF2-40B4-BE49-F238E27FC236}">
                      <a16:creationId xmlns:a16="http://schemas.microsoft.com/office/drawing/2014/main" id="{340ADCEF-7C90-6772-FFFF-8620B0C96F2D}"/>
                    </a:ext>
                  </a:extLst>
                </p:cNvPr>
                <p:cNvPicPr/>
                <p:nvPr/>
              </p:nvPicPr>
              <p:blipFill>
                <a:blip r:embed="rId15"/>
                <a:stretch>
                  <a:fillRect/>
                </a:stretch>
              </p:blipFill>
              <p:spPr>
                <a:xfrm>
                  <a:off x="1039449" y="3451150"/>
                  <a:ext cx="464400" cy="1647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7" name="Ink 26">
                  <a:extLst>
                    <a:ext uri="{FF2B5EF4-FFF2-40B4-BE49-F238E27FC236}">
                      <a16:creationId xmlns:a16="http://schemas.microsoft.com/office/drawing/2014/main" id="{8E96753F-9303-AB18-52C0-83CAC6FAB3E2}"/>
                    </a:ext>
                  </a:extLst>
                </p14:cNvPr>
                <p14:cNvContentPartPr/>
                <p14:nvPr/>
              </p14:nvContentPartPr>
              <p14:xfrm>
                <a:off x="1458489" y="3702790"/>
                <a:ext cx="253800" cy="835560"/>
              </p14:xfrm>
            </p:contentPart>
          </mc:Choice>
          <mc:Fallback>
            <p:pic>
              <p:nvPicPr>
                <p:cNvPr id="27" name="Ink 26">
                  <a:extLst>
                    <a:ext uri="{FF2B5EF4-FFF2-40B4-BE49-F238E27FC236}">
                      <a16:creationId xmlns:a16="http://schemas.microsoft.com/office/drawing/2014/main" id="{8E96753F-9303-AB18-52C0-83CAC6FAB3E2}"/>
                    </a:ext>
                  </a:extLst>
                </p:cNvPr>
                <p:cNvPicPr/>
                <p:nvPr/>
              </p:nvPicPr>
              <p:blipFill>
                <a:blip r:embed="rId17"/>
                <a:stretch>
                  <a:fillRect/>
                </a:stretch>
              </p:blipFill>
              <p:spPr>
                <a:xfrm>
                  <a:off x="1395489" y="3640150"/>
                  <a:ext cx="379440" cy="9612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8" name="Ink 27">
                  <a:extLst>
                    <a:ext uri="{FF2B5EF4-FFF2-40B4-BE49-F238E27FC236}">
                      <a16:creationId xmlns:a16="http://schemas.microsoft.com/office/drawing/2014/main" id="{EC58FC60-6520-EF0B-5F41-296EE77BDEB5}"/>
                    </a:ext>
                  </a:extLst>
                </p14:cNvPr>
                <p14:cNvContentPartPr/>
                <p14:nvPr/>
              </p14:nvContentPartPr>
              <p14:xfrm>
                <a:off x="1719849" y="3317590"/>
                <a:ext cx="95760" cy="1650240"/>
              </p14:xfrm>
            </p:contentPart>
          </mc:Choice>
          <mc:Fallback>
            <p:pic>
              <p:nvPicPr>
                <p:cNvPr id="28" name="Ink 27">
                  <a:extLst>
                    <a:ext uri="{FF2B5EF4-FFF2-40B4-BE49-F238E27FC236}">
                      <a16:creationId xmlns:a16="http://schemas.microsoft.com/office/drawing/2014/main" id="{EC58FC60-6520-EF0B-5F41-296EE77BDEB5}"/>
                    </a:ext>
                  </a:extLst>
                </p:cNvPr>
                <p:cNvPicPr/>
                <p:nvPr/>
              </p:nvPicPr>
              <p:blipFill>
                <a:blip r:embed="rId19"/>
                <a:stretch>
                  <a:fillRect/>
                </a:stretch>
              </p:blipFill>
              <p:spPr>
                <a:xfrm>
                  <a:off x="1656849" y="3254950"/>
                  <a:ext cx="221400" cy="17758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9" name="Ink 28">
                  <a:extLst>
                    <a:ext uri="{FF2B5EF4-FFF2-40B4-BE49-F238E27FC236}">
                      <a16:creationId xmlns:a16="http://schemas.microsoft.com/office/drawing/2014/main" id="{0D13D140-B816-C58E-69B7-6D9E9D9E44FD}"/>
                    </a:ext>
                  </a:extLst>
                </p14:cNvPr>
                <p14:cNvContentPartPr/>
                <p14:nvPr/>
              </p14:nvContentPartPr>
              <p14:xfrm>
                <a:off x="1874649" y="3630070"/>
                <a:ext cx="131760" cy="1710720"/>
              </p14:xfrm>
            </p:contentPart>
          </mc:Choice>
          <mc:Fallback>
            <p:pic>
              <p:nvPicPr>
                <p:cNvPr id="29" name="Ink 28">
                  <a:extLst>
                    <a:ext uri="{FF2B5EF4-FFF2-40B4-BE49-F238E27FC236}">
                      <a16:creationId xmlns:a16="http://schemas.microsoft.com/office/drawing/2014/main" id="{0D13D140-B816-C58E-69B7-6D9E9D9E44FD}"/>
                    </a:ext>
                  </a:extLst>
                </p:cNvPr>
                <p:cNvPicPr/>
                <p:nvPr/>
              </p:nvPicPr>
              <p:blipFill>
                <a:blip r:embed="rId21"/>
                <a:stretch>
                  <a:fillRect/>
                </a:stretch>
              </p:blipFill>
              <p:spPr>
                <a:xfrm>
                  <a:off x="1811649" y="3567070"/>
                  <a:ext cx="257400" cy="18363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0" name="Ink 29">
                  <a:extLst>
                    <a:ext uri="{FF2B5EF4-FFF2-40B4-BE49-F238E27FC236}">
                      <a16:creationId xmlns:a16="http://schemas.microsoft.com/office/drawing/2014/main" id="{202ABEC8-D1CC-B0EE-E788-1D5713201979}"/>
                    </a:ext>
                  </a:extLst>
                </p14:cNvPr>
                <p14:cNvContentPartPr/>
                <p14:nvPr/>
              </p14:nvContentPartPr>
              <p14:xfrm>
                <a:off x="1840809" y="3748510"/>
                <a:ext cx="233640" cy="1310040"/>
              </p14:xfrm>
            </p:contentPart>
          </mc:Choice>
          <mc:Fallback>
            <p:pic>
              <p:nvPicPr>
                <p:cNvPr id="30" name="Ink 29">
                  <a:extLst>
                    <a:ext uri="{FF2B5EF4-FFF2-40B4-BE49-F238E27FC236}">
                      <a16:creationId xmlns:a16="http://schemas.microsoft.com/office/drawing/2014/main" id="{202ABEC8-D1CC-B0EE-E788-1D5713201979}"/>
                    </a:ext>
                  </a:extLst>
                </p:cNvPr>
                <p:cNvPicPr/>
                <p:nvPr/>
              </p:nvPicPr>
              <p:blipFill>
                <a:blip r:embed="rId23"/>
                <a:stretch>
                  <a:fillRect/>
                </a:stretch>
              </p:blipFill>
              <p:spPr>
                <a:xfrm>
                  <a:off x="1777809" y="3685510"/>
                  <a:ext cx="359280" cy="14356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1" name="Ink 30">
                  <a:extLst>
                    <a:ext uri="{FF2B5EF4-FFF2-40B4-BE49-F238E27FC236}">
                      <a16:creationId xmlns:a16="http://schemas.microsoft.com/office/drawing/2014/main" id="{C8E2FCF2-2FE4-BF25-4210-59313619A0C7}"/>
                    </a:ext>
                  </a:extLst>
                </p14:cNvPr>
                <p14:cNvContentPartPr/>
                <p14:nvPr/>
              </p14:nvContentPartPr>
              <p14:xfrm>
                <a:off x="1790409" y="3601270"/>
                <a:ext cx="122040" cy="1426680"/>
              </p14:xfrm>
            </p:contentPart>
          </mc:Choice>
          <mc:Fallback>
            <p:pic>
              <p:nvPicPr>
                <p:cNvPr id="31" name="Ink 30">
                  <a:extLst>
                    <a:ext uri="{FF2B5EF4-FFF2-40B4-BE49-F238E27FC236}">
                      <a16:creationId xmlns:a16="http://schemas.microsoft.com/office/drawing/2014/main" id="{C8E2FCF2-2FE4-BF25-4210-59313619A0C7}"/>
                    </a:ext>
                  </a:extLst>
                </p:cNvPr>
                <p:cNvPicPr/>
                <p:nvPr/>
              </p:nvPicPr>
              <p:blipFill>
                <a:blip r:embed="rId25"/>
                <a:stretch>
                  <a:fillRect/>
                </a:stretch>
              </p:blipFill>
              <p:spPr>
                <a:xfrm>
                  <a:off x="1727769" y="3538270"/>
                  <a:ext cx="247680" cy="15523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2" name="Ink 31">
                  <a:extLst>
                    <a:ext uri="{FF2B5EF4-FFF2-40B4-BE49-F238E27FC236}">
                      <a16:creationId xmlns:a16="http://schemas.microsoft.com/office/drawing/2014/main" id="{9E2A3330-19F1-2DAE-17D9-9956150C9ADA}"/>
                    </a:ext>
                  </a:extLst>
                </p14:cNvPr>
                <p14:cNvContentPartPr/>
                <p14:nvPr/>
              </p14:nvContentPartPr>
              <p14:xfrm>
                <a:off x="1717329" y="3581830"/>
                <a:ext cx="151920" cy="1360080"/>
              </p14:xfrm>
            </p:contentPart>
          </mc:Choice>
          <mc:Fallback>
            <p:pic>
              <p:nvPicPr>
                <p:cNvPr id="32" name="Ink 31">
                  <a:extLst>
                    <a:ext uri="{FF2B5EF4-FFF2-40B4-BE49-F238E27FC236}">
                      <a16:creationId xmlns:a16="http://schemas.microsoft.com/office/drawing/2014/main" id="{9E2A3330-19F1-2DAE-17D9-9956150C9ADA}"/>
                    </a:ext>
                  </a:extLst>
                </p:cNvPr>
                <p:cNvPicPr/>
                <p:nvPr/>
              </p:nvPicPr>
              <p:blipFill>
                <a:blip r:embed="rId27"/>
                <a:stretch>
                  <a:fillRect/>
                </a:stretch>
              </p:blipFill>
              <p:spPr>
                <a:xfrm>
                  <a:off x="1654689" y="3519190"/>
                  <a:ext cx="277560" cy="14857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3" name="Ink 32">
                  <a:extLst>
                    <a:ext uri="{FF2B5EF4-FFF2-40B4-BE49-F238E27FC236}">
                      <a16:creationId xmlns:a16="http://schemas.microsoft.com/office/drawing/2014/main" id="{8559F108-09BC-602E-3256-952D6ED1AE6A}"/>
                    </a:ext>
                  </a:extLst>
                </p14:cNvPr>
                <p14:cNvContentPartPr/>
                <p14:nvPr/>
              </p14:nvContentPartPr>
              <p14:xfrm>
                <a:off x="1601049" y="3406870"/>
                <a:ext cx="135360" cy="1738080"/>
              </p14:xfrm>
            </p:contentPart>
          </mc:Choice>
          <mc:Fallback>
            <p:pic>
              <p:nvPicPr>
                <p:cNvPr id="33" name="Ink 32">
                  <a:extLst>
                    <a:ext uri="{FF2B5EF4-FFF2-40B4-BE49-F238E27FC236}">
                      <a16:creationId xmlns:a16="http://schemas.microsoft.com/office/drawing/2014/main" id="{8559F108-09BC-602E-3256-952D6ED1AE6A}"/>
                    </a:ext>
                  </a:extLst>
                </p:cNvPr>
                <p:cNvPicPr/>
                <p:nvPr/>
              </p:nvPicPr>
              <p:blipFill>
                <a:blip r:embed="rId29"/>
                <a:stretch>
                  <a:fillRect/>
                </a:stretch>
              </p:blipFill>
              <p:spPr>
                <a:xfrm>
                  <a:off x="1538049" y="3344230"/>
                  <a:ext cx="261000" cy="18637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4" name="Ink 33">
                  <a:extLst>
                    <a:ext uri="{FF2B5EF4-FFF2-40B4-BE49-F238E27FC236}">
                      <a16:creationId xmlns:a16="http://schemas.microsoft.com/office/drawing/2014/main" id="{2F8E0F27-980E-5AFA-11F6-753856D50C06}"/>
                    </a:ext>
                  </a:extLst>
                </p14:cNvPr>
                <p14:cNvContentPartPr/>
                <p14:nvPr/>
              </p14:nvContentPartPr>
              <p14:xfrm>
                <a:off x="1507809" y="3401830"/>
                <a:ext cx="110160" cy="1690200"/>
              </p14:xfrm>
            </p:contentPart>
          </mc:Choice>
          <mc:Fallback>
            <p:pic>
              <p:nvPicPr>
                <p:cNvPr id="34" name="Ink 33">
                  <a:extLst>
                    <a:ext uri="{FF2B5EF4-FFF2-40B4-BE49-F238E27FC236}">
                      <a16:creationId xmlns:a16="http://schemas.microsoft.com/office/drawing/2014/main" id="{2F8E0F27-980E-5AFA-11F6-753856D50C06}"/>
                    </a:ext>
                  </a:extLst>
                </p:cNvPr>
                <p:cNvPicPr/>
                <p:nvPr/>
              </p:nvPicPr>
              <p:blipFill>
                <a:blip r:embed="rId31"/>
                <a:stretch>
                  <a:fillRect/>
                </a:stretch>
              </p:blipFill>
              <p:spPr>
                <a:xfrm>
                  <a:off x="1444809" y="3339190"/>
                  <a:ext cx="235800" cy="18158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5" name="Ink 34">
                  <a:extLst>
                    <a:ext uri="{FF2B5EF4-FFF2-40B4-BE49-F238E27FC236}">
                      <a16:creationId xmlns:a16="http://schemas.microsoft.com/office/drawing/2014/main" id="{D937827D-F1C0-ADEF-CEA1-C198838DF051}"/>
                    </a:ext>
                  </a:extLst>
                </p14:cNvPr>
                <p14:cNvContentPartPr/>
                <p14:nvPr/>
              </p14:nvContentPartPr>
              <p14:xfrm>
                <a:off x="1457769" y="3200230"/>
                <a:ext cx="36000" cy="1851840"/>
              </p14:xfrm>
            </p:contentPart>
          </mc:Choice>
          <mc:Fallback>
            <p:pic>
              <p:nvPicPr>
                <p:cNvPr id="35" name="Ink 34">
                  <a:extLst>
                    <a:ext uri="{FF2B5EF4-FFF2-40B4-BE49-F238E27FC236}">
                      <a16:creationId xmlns:a16="http://schemas.microsoft.com/office/drawing/2014/main" id="{D937827D-F1C0-ADEF-CEA1-C198838DF051}"/>
                    </a:ext>
                  </a:extLst>
                </p:cNvPr>
                <p:cNvPicPr/>
                <p:nvPr/>
              </p:nvPicPr>
              <p:blipFill>
                <a:blip r:embed="rId33"/>
                <a:stretch>
                  <a:fillRect/>
                </a:stretch>
              </p:blipFill>
              <p:spPr>
                <a:xfrm>
                  <a:off x="1395129" y="3137590"/>
                  <a:ext cx="161640" cy="19774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6" name="Ink 35">
                  <a:extLst>
                    <a:ext uri="{FF2B5EF4-FFF2-40B4-BE49-F238E27FC236}">
                      <a16:creationId xmlns:a16="http://schemas.microsoft.com/office/drawing/2014/main" id="{AA60FA14-094C-6ED2-D57C-65A4EA58EAEB}"/>
                    </a:ext>
                  </a:extLst>
                </p14:cNvPr>
                <p14:cNvContentPartPr/>
                <p14:nvPr/>
              </p14:nvContentPartPr>
              <p14:xfrm>
                <a:off x="1310889" y="3163150"/>
                <a:ext cx="158760" cy="2224440"/>
              </p14:xfrm>
            </p:contentPart>
          </mc:Choice>
          <mc:Fallback>
            <p:pic>
              <p:nvPicPr>
                <p:cNvPr id="36" name="Ink 35">
                  <a:extLst>
                    <a:ext uri="{FF2B5EF4-FFF2-40B4-BE49-F238E27FC236}">
                      <a16:creationId xmlns:a16="http://schemas.microsoft.com/office/drawing/2014/main" id="{AA60FA14-094C-6ED2-D57C-65A4EA58EAEB}"/>
                    </a:ext>
                  </a:extLst>
                </p:cNvPr>
                <p:cNvPicPr/>
                <p:nvPr/>
              </p:nvPicPr>
              <p:blipFill>
                <a:blip r:embed="rId35"/>
                <a:stretch>
                  <a:fillRect/>
                </a:stretch>
              </p:blipFill>
              <p:spPr>
                <a:xfrm>
                  <a:off x="1248249" y="3100150"/>
                  <a:ext cx="284400" cy="23500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7" name="Ink 36">
                  <a:extLst>
                    <a:ext uri="{FF2B5EF4-FFF2-40B4-BE49-F238E27FC236}">
                      <a16:creationId xmlns:a16="http://schemas.microsoft.com/office/drawing/2014/main" id="{E9AD024A-2A95-D022-F516-8D21A7517B87}"/>
                    </a:ext>
                  </a:extLst>
                </p14:cNvPr>
                <p14:cNvContentPartPr/>
                <p14:nvPr/>
              </p14:nvContentPartPr>
              <p14:xfrm>
                <a:off x="1157169" y="3452230"/>
                <a:ext cx="115200" cy="1505880"/>
              </p14:xfrm>
            </p:contentPart>
          </mc:Choice>
          <mc:Fallback>
            <p:pic>
              <p:nvPicPr>
                <p:cNvPr id="37" name="Ink 36">
                  <a:extLst>
                    <a:ext uri="{FF2B5EF4-FFF2-40B4-BE49-F238E27FC236}">
                      <a16:creationId xmlns:a16="http://schemas.microsoft.com/office/drawing/2014/main" id="{E9AD024A-2A95-D022-F516-8D21A7517B87}"/>
                    </a:ext>
                  </a:extLst>
                </p:cNvPr>
                <p:cNvPicPr/>
                <p:nvPr/>
              </p:nvPicPr>
              <p:blipFill>
                <a:blip r:embed="rId37"/>
                <a:stretch>
                  <a:fillRect/>
                </a:stretch>
              </p:blipFill>
              <p:spPr>
                <a:xfrm>
                  <a:off x="1094169" y="3389590"/>
                  <a:ext cx="240840" cy="1631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8" name="Ink 37">
                  <a:extLst>
                    <a:ext uri="{FF2B5EF4-FFF2-40B4-BE49-F238E27FC236}">
                      <a16:creationId xmlns:a16="http://schemas.microsoft.com/office/drawing/2014/main" id="{A96292D5-068C-C1F7-FBBC-2829F3C8AD05}"/>
                    </a:ext>
                  </a:extLst>
                </p14:cNvPr>
                <p14:cNvContentPartPr/>
                <p14:nvPr/>
              </p14:nvContentPartPr>
              <p14:xfrm>
                <a:off x="1224849" y="3117430"/>
                <a:ext cx="190440" cy="1771560"/>
              </p14:xfrm>
            </p:contentPart>
          </mc:Choice>
          <mc:Fallback>
            <p:pic>
              <p:nvPicPr>
                <p:cNvPr id="38" name="Ink 37">
                  <a:extLst>
                    <a:ext uri="{FF2B5EF4-FFF2-40B4-BE49-F238E27FC236}">
                      <a16:creationId xmlns:a16="http://schemas.microsoft.com/office/drawing/2014/main" id="{A96292D5-068C-C1F7-FBBC-2829F3C8AD05}"/>
                    </a:ext>
                  </a:extLst>
                </p:cNvPr>
                <p:cNvPicPr/>
                <p:nvPr/>
              </p:nvPicPr>
              <p:blipFill>
                <a:blip r:embed="rId39"/>
                <a:stretch>
                  <a:fillRect/>
                </a:stretch>
              </p:blipFill>
              <p:spPr>
                <a:xfrm>
                  <a:off x="1162209" y="3054790"/>
                  <a:ext cx="316080" cy="189720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0" name="Ink 39">
                  <a:extLst>
                    <a:ext uri="{FF2B5EF4-FFF2-40B4-BE49-F238E27FC236}">
                      <a16:creationId xmlns:a16="http://schemas.microsoft.com/office/drawing/2014/main" id="{F00852C8-656E-6FE2-C963-B60A8111FA89}"/>
                    </a:ext>
                  </a:extLst>
                </p14:cNvPr>
                <p14:cNvContentPartPr/>
                <p14:nvPr/>
              </p14:nvContentPartPr>
              <p14:xfrm>
                <a:off x="1167969" y="3442150"/>
                <a:ext cx="360" cy="360"/>
              </p14:xfrm>
            </p:contentPart>
          </mc:Choice>
          <mc:Fallback>
            <p:pic>
              <p:nvPicPr>
                <p:cNvPr id="40" name="Ink 39">
                  <a:extLst>
                    <a:ext uri="{FF2B5EF4-FFF2-40B4-BE49-F238E27FC236}">
                      <a16:creationId xmlns:a16="http://schemas.microsoft.com/office/drawing/2014/main" id="{F00852C8-656E-6FE2-C963-B60A8111FA89}"/>
                    </a:ext>
                  </a:extLst>
                </p:cNvPr>
                <p:cNvPicPr/>
                <p:nvPr/>
              </p:nvPicPr>
              <p:blipFill>
                <a:blip r:embed="rId41"/>
                <a:stretch>
                  <a:fillRect/>
                </a:stretch>
              </p:blipFill>
              <p:spPr>
                <a:xfrm>
                  <a:off x="1104969" y="337915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1" name="Ink 40">
                  <a:extLst>
                    <a:ext uri="{FF2B5EF4-FFF2-40B4-BE49-F238E27FC236}">
                      <a16:creationId xmlns:a16="http://schemas.microsoft.com/office/drawing/2014/main" id="{04C0A0CC-2354-3A67-4414-9180BCFC7014}"/>
                    </a:ext>
                  </a:extLst>
                </p14:cNvPr>
                <p14:cNvContentPartPr/>
                <p14:nvPr/>
              </p14:nvContentPartPr>
              <p14:xfrm>
                <a:off x="1184529" y="3608830"/>
                <a:ext cx="360" cy="360"/>
              </p14:xfrm>
            </p:contentPart>
          </mc:Choice>
          <mc:Fallback>
            <p:pic>
              <p:nvPicPr>
                <p:cNvPr id="41" name="Ink 40">
                  <a:extLst>
                    <a:ext uri="{FF2B5EF4-FFF2-40B4-BE49-F238E27FC236}">
                      <a16:creationId xmlns:a16="http://schemas.microsoft.com/office/drawing/2014/main" id="{04C0A0CC-2354-3A67-4414-9180BCFC7014}"/>
                    </a:ext>
                  </a:extLst>
                </p:cNvPr>
                <p:cNvPicPr/>
                <p:nvPr/>
              </p:nvPicPr>
              <p:blipFill>
                <a:blip r:embed="rId41"/>
                <a:stretch>
                  <a:fillRect/>
                </a:stretch>
              </p:blipFill>
              <p:spPr>
                <a:xfrm>
                  <a:off x="1121889" y="354619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43" name="Ink 42">
                  <a:extLst>
                    <a:ext uri="{FF2B5EF4-FFF2-40B4-BE49-F238E27FC236}">
                      <a16:creationId xmlns:a16="http://schemas.microsoft.com/office/drawing/2014/main" id="{81FF3551-D4E0-9988-4197-1D96C4F54006}"/>
                    </a:ext>
                  </a:extLst>
                </p14:cNvPr>
                <p14:cNvContentPartPr/>
                <p14:nvPr/>
              </p14:nvContentPartPr>
              <p14:xfrm>
                <a:off x="1003809" y="4645990"/>
                <a:ext cx="360" cy="360"/>
              </p14:xfrm>
            </p:contentPart>
          </mc:Choice>
          <mc:Fallback>
            <p:pic>
              <p:nvPicPr>
                <p:cNvPr id="43" name="Ink 42">
                  <a:extLst>
                    <a:ext uri="{FF2B5EF4-FFF2-40B4-BE49-F238E27FC236}">
                      <a16:creationId xmlns:a16="http://schemas.microsoft.com/office/drawing/2014/main" id="{81FF3551-D4E0-9988-4197-1D96C4F54006}"/>
                    </a:ext>
                  </a:extLst>
                </p:cNvPr>
                <p:cNvPicPr/>
                <p:nvPr/>
              </p:nvPicPr>
              <p:blipFill>
                <a:blip r:embed="rId41"/>
                <a:stretch>
                  <a:fillRect/>
                </a:stretch>
              </p:blipFill>
              <p:spPr>
                <a:xfrm>
                  <a:off x="941169" y="458299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4" name="Ink 43">
                  <a:extLst>
                    <a:ext uri="{FF2B5EF4-FFF2-40B4-BE49-F238E27FC236}">
                      <a16:creationId xmlns:a16="http://schemas.microsoft.com/office/drawing/2014/main" id="{D0D1C9A1-E181-63A0-E4EC-FCDE374CFBCC}"/>
                    </a:ext>
                  </a:extLst>
                </p14:cNvPr>
                <p14:cNvContentPartPr/>
                <p14:nvPr/>
              </p14:nvContentPartPr>
              <p14:xfrm>
                <a:off x="395409" y="5328190"/>
                <a:ext cx="360" cy="3600"/>
              </p14:xfrm>
            </p:contentPart>
          </mc:Choice>
          <mc:Fallback>
            <p:pic>
              <p:nvPicPr>
                <p:cNvPr id="44" name="Ink 43">
                  <a:extLst>
                    <a:ext uri="{FF2B5EF4-FFF2-40B4-BE49-F238E27FC236}">
                      <a16:creationId xmlns:a16="http://schemas.microsoft.com/office/drawing/2014/main" id="{D0D1C9A1-E181-63A0-E4EC-FCDE374CFBCC}"/>
                    </a:ext>
                  </a:extLst>
                </p:cNvPr>
                <p:cNvPicPr/>
                <p:nvPr/>
              </p:nvPicPr>
              <p:blipFill>
                <a:blip r:embed="rId45"/>
                <a:stretch>
                  <a:fillRect/>
                </a:stretch>
              </p:blipFill>
              <p:spPr>
                <a:xfrm>
                  <a:off x="332769" y="5265550"/>
                  <a:ext cx="126000" cy="1292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5" name="Ink 44">
                  <a:extLst>
                    <a:ext uri="{FF2B5EF4-FFF2-40B4-BE49-F238E27FC236}">
                      <a16:creationId xmlns:a16="http://schemas.microsoft.com/office/drawing/2014/main" id="{02CB6B51-944A-C84D-EF44-E24B434548F0}"/>
                    </a:ext>
                  </a:extLst>
                </p14:cNvPr>
                <p14:cNvContentPartPr/>
                <p14:nvPr/>
              </p14:nvContentPartPr>
              <p14:xfrm>
                <a:off x="389649" y="3898630"/>
                <a:ext cx="1748160" cy="1549080"/>
              </p14:xfrm>
            </p:contentPart>
          </mc:Choice>
          <mc:Fallback>
            <p:pic>
              <p:nvPicPr>
                <p:cNvPr id="45" name="Ink 44">
                  <a:extLst>
                    <a:ext uri="{FF2B5EF4-FFF2-40B4-BE49-F238E27FC236}">
                      <a16:creationId xmlns:a16="http://schemas.microsoft.com/office/drawing/2014/main" id="{02CB6B51-944A-C84D-EF44-E24B434548F0}"/>
                    </a:ext>
                  </a:extLst>
                </p:cNvPr>
                <p:cNvPicPr/>
                <p:nvPr/>
              </p:nvPicPr>
              <p:blipFill>
                <a:blip r:embed="rId47"/>
                <a:stretch>
                  <a:fillRect/>
                </a:stretch>
              </p:blipFill>
              <p:spPr>
                <a:xfrm>
                  <a:off x="327009" y="3835990"/>
                  <a:ext cx="1873800" cy="16747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6" name="Ink 45">
                  <a:extLst>
                    <a:ext uri="{FF2B5EF4-FFF2-40B4-BE49-F238E27FC236}">
                      <a16:creationId xmlns:a16="http://schemas.microsoft.com/office/drawing/2014/main" id="{74EEAF8B-4892-E4FE-1A2A-BE12C455F7F5}"/>
                    </a:ext>
                  </a:extLst>
                </p14:cNvPr>
                <p14:cNvContentPartPr/>
                <p14:nvPr/>
              </p14:nvContentPartPr>
              <p14:xfrm>
                <a:off x="2013249" y="5419990"/>
                <a:ext cx="141480" cy="17280"/>
              </p14:xfrm>
            </p:contentPart>
          </mc:Choice>
          <mc:Fallback>
            <p:pic>
              <p:nvPicPr>
                <p:cNvPr id="46" name="Ink 45">
                  <a:extLst>
                    <a:ext uri="{FF2B5EF4-FFF2-40B4-BE49-F238E27FC236}">
                      <a16:creationId xmlns:a16="http://schemas.microsoft.com/office/drawing/2014/main" id="{74EEAF8B-4892-E4FE-1A2A-BE12C455F7F5}"/>
                    </a:ext>
                  </a:extLst>
                </p:cNvPr>
                <p:cNvPicPr/>
                <p:nvPr/>
              </p:nvPicPr>
              <p:blipFill>
                <a:blip r:embed="rId49"/>
                <a:stretch>
                  <a:fillRect/>
                </a:stretch>
              </p:blipFill>
              <p:spPr>
                <a:xfrm>
                  <a:off x="1950249" y="5356990"/>
                  <a:ext cx="26712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7" name="Ink 46">
                  <a:extLst>
                    <a:ext uri="{FF2B5EF4-FFF2-40B4-BE49-F238E27FC236}">
                      <a16:creationId xmlns:a16="http://schemas.microsoft.com/office/drawing/2014/main" id="{F9465DB3-CB73-8334-17D4-D7B87582BB39}"/>
                    </a:ext>
                  </a:extLst>
                </p14:cNvPr>
                <p14:cNvContentPartPr/>
                <p14:nvPr/>
              </p14:nvContentPartPr>
              <p14:xfrm>
                <a:off x="670809" y="5345830"/>
                <a:ext cx="1215000" cy="401760"/>
              </p14:xfrm>
            </p:contentPart>
          </mc:Choice>
          <mc:Fallback>
            <p:pic>
              <p:nvPicPr>
                <p:cNvPr id="47" name="Ink 46">
                  <a:extLst>
                    <a:ext uri="{FF2B5EF4-FFF2-40B4-BE49-F238E27FC236}">
                      <a16:creationId xmlns:a16="http://schemas.microsoft.com/office/drawing/2014/main" id="{F9465DB3-CB73-8334-17D4-D7B87582BB39}"/>
                    </a:ext>
                  </a:extLst>
                </p:cNvPr>
                <p:cNvPicPr/>
                <p:nvPr/>
              </p:nvPicPr>
              <p:blipFill>
                <a:blip r:embed="rId51"/>
                <a:stretch>
                  <a:fillRect/>
                </a:stretch>
              </p:blipFill>
              <p:spPr>
                <a:xfrm>
                  <a:off x="607809" y="5282830"/>
                  <a:ext cx="1340640" cy="5274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8" name="Ink 47">
                  <a:extLst>
                    <a:ext uri="{FF2B5EF4-FFF2-40B4-BE49-F238E27FC236}">
                      <a16:creationId xmlns:a16="http://schemas.microsoft.com/office/drawing/2014/main" id="{33A5F65D-8129-BF18-529B-D2CA465568E4}"/>
                    </a:ext>
                  </a:extLst>
                </p14:cNvPr>
                <p14:cNvContentPartPr/>
                <p14:nvPr/>
              </p14:nvContentPartPr>
              <p14:xfrm>
                <a:off x="488649" y="5334670"/>
                <a:ext cx="589680" cy="73800"/>
              </p14:xfrm>
            </p:contentPart>
          </mc:Choice>
          <mc:Fallback>
            <p:pic>
              <p:nvPicPr>
                <p:cNvPr id="48" name="Ink 47">
                  <a:extLst>
                    <a:ext uri="{FF2B5EF4-FFF2-40B4-BE49-F238E27FC236}">
                      <a16:creationId xmlns:a16="http://schemas.microsoft.com/office/drawing/2014/main" id="{33A5F65D-8129-BF18-529B-D2CA465568E4}"/>
                    </a:ext>
                  </a:extLst>
                </p:cNvPr>
                <p:cNvPicPr/>
                <p:nvPr/>
              </p:nvPicPr>
              <p:blipFill>
                <a:blip r:embed="rId53"/>
                <a:stretch>
                  <a:fillRect/>
                </a:stretch>
              </p:blipFill>
              <p:spPr>
                <a:xfrm>
                  <a:off x="426009" y="5271670"/>
                  <a:ext cx="71532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9" name="Ink 48">
                  <a:extLst>
                    <a:ext uri="{FF2B5EF4-FFF2-40B4-BE49-F238E27FC236}">
                      <a16:creationId xmlns:a16="http://schemas.microsoft.com/office/drawing/2014/main" id="{0258B4BA-9E65-7389-88D4-B56AFE0BD706}"/>
                    </a:ext>
                  </a:extLst>
                </p14:cNvPr>
                <p14:cNvContentPartPr/>
                <p14:nvPr/>
              </p14:nvContentPartPr>
              <p14:xfrm>
                <a:off x="972489" y="5191750"/>
                <a:ext cx="1231200" cy="180000"/>
              </p14:xfrm>
            </p:contentPart>
          </mc:Choice>
          <mc:Fallback>
            <p:pic>
              <p:nvPicPr>
                <p:cNvPr id="49" name="Ink 48">
                  <a:extLst>
                    <a:ext uri="{FF2B5EF4-FFF2-40B4-BE49-F238E27FC236}">
                      <a16:creationId xmlns:a16="http://schemas.microsoft.com/office/drawing/2014/main" id="{0258B4BA-9E65-7389-88D4-B56AFE0BD706}"/>
                    </a:ext>
                  </a:extLst>
                </p:cNvPr>
                <p:cNvPicPr/>
                <p:nvPr/>
              </p:nvPicPr>
              <p:blipFill>
                <a:blip r:embed="rId55"/>
                <a:stretch>
                  <a:fillRect/>
                </a:stretch>
              </p:blipFill>
              <p:spPr>
                <a:xfrm>
                  <a:off x="909489" y="5128750"/>
                  <a:ext cx="1356840" cy="30564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0" name="Ink 49">
                  <a:extLst>
                    <a:ext uri="{FF2B5EF4-FFF2-40B4-BE49-F238E27FC236}">
                      <a16:creationId xmlns:a16="http://schemas.microsoft.com/office/drawing/2014/main" id="{6CE42B41-6749-7EFF-58E7-6E310C5F6ADF}"/>
                    </a:ext>
                  </a:extLst>
                </p14:cNvPr>
                <p14:cNvContentPartPr/>
                <p14:nvPr/>
              </p14:nvContentPartPr>
              <p14:xfrm>
                <a:off x="1282809" y="5245390"/>
                <a:ext cx="744480" cy="96480"/>
              </p14:xfrm>
            </p:contentPart>
          </mc:Choice>
          <mc:Fallback>
            <p:pic>
              <p:nvPicPr>
                <p:cNvPr id="50" name="Ink 49">
                  <a:extLst>
                    <a:ext uri="{FF2B5EF4-FFF2-40B4-BE49-F238E27FC236}">
                      <a16:creationId xmlns:a16="http://schemas.microsoft.com/office/drawing/2014/main" id="{6CE42B41-6749-7EFF-58E7-6E310C5F6ADF}"/>
                    </a:ext>
                  </a:extLst>
                </p:cNvPr>
                <p:cNvPicPr/>
                <p:nvPr/>
              </p:nvPicPr>
              <p:blipFill>
                <a:blip r:embed="rId57"/>
                <a:stretch>
                  <a:fillRect/>
                </a:stretch>
              </p:blipFill>
              <p:spPr>
                <a:xfrm>
                  <a:off x="1220169" y="5182750"/>
                  <a:ext cx="87012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1" name="Ink 50">
                  <a:extLst>
                    <a:ext uri="{FF2B5EF4-FFF2-40B4-BE49-F238E27FC236}">
                      <a16:creationId xmlns:a16="http://schemas.microsoft.com/office/drawing/2014/main" id="{1E6D52FB-8A79-2A67-27C5-A885A8A2E43D}"/>
                    </a:ext>
                  </a:extLst>
                </p14:cNvPr>
                <p14:cNvContentPartPr/>
                <p14:nvPr/>
              </p14:nvContentPartPr>
              <p14:xfrm>
                <a:off x="1196049" y="4235950"/>
                <a:ext cx="738720" cy="851040"/>
              </p14:xfrm>
            </p:contentPart>
          </mc:Choice>
          <mc:Fallback>
            <p:pic>
              <p:nvPicPr>
                <p:cNvPr id="51" name="Ink 50">
                  <a:extLst>
                    <a:ext uri="{FF2B5EF4-FFF2-40B4-BE49-F238E27FC236}">
                      <a16:creationId xmlns:a16="http://schemas.microsoft.com/office/drawing/2014/main" id="{1E6D52FB-8A79-2A67-27C5-A885A8A2E43D}"/>
                    </a:ext>
                  </a:extLst>
                </p:cNvPr>
                <p:cNvPicPr/>
                <p:nvPr/>
              </p:nvPicPr>
              <p:blipFill>
                <a:blip r:embed="rId59"/>
                <a:stretch>
                  <a:fillRect/>
                </a:stretch>
              </p:blipFill>
              <p:spPr>
                <a:xfrm>
                  <a:off x="1133409" y="4173310"/>
                  <a:ext cx="864360" cy="9766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52" name="Ink 51">
                  <a:extLst>
                    <a:ext uri="{FF2B5EF4-FFF2-40B4-BE49-F238E27FC236}">
                      <a16:creationId xmlns:a16="http://schemas.microsoft.com/office/drawing/2014/main" id="{F7A8CED7-1594-2527-098B-7DB17093975D}"/>
                    </a:ext>
                  </a:extLst>
                </p14:cNvPr>
                <p14:cNvContentPartPr/>
                <p14:nvPr/>
              </p14:nvContentPartPr>
              <p14:xfrm>
                <a:off x="1397649" y="4296790"/>
                <a:ext cx="351000" cy="1085760"/>
              </p14:xfrm>
            </p:contentPart>
          </mc:Choice>
          <mc:Fallback>
            <p:pic>
              <p:nvPicPr>
                <p:cNvPr id="52" name="Ink 51">
                  <a:extLst>
                    <a:ext uri="{FF2B5EF4-FFF2-40B4-BE49-F238E27FC236}">
                      <a16:creationId xmlns:a16="http://schemas.microsoft.com/office/drawing/2014/main" id="{F7A8CED7-1594-2527-098B-7DB17093975D}"/>
                    </a:ext>
                  </a:extLst>
                </p:cNvPr>
                <p:cNvPicPr/>
                <p:nvPr/>
              </p:nvPicPr>
              <p:blipFill>
                <a:blip r:embed="rId61"/>
                <a:stretch>
                  <a:fillRect/>
                </a:stretch>
              </p:blipFill>
              <p:spPr>
                <a:xfrm>
                  <a:off x="1335009" y="4233790"/>
                  <a:ext cx="476640" cy="12114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53" name="Ink 52">
                  <a:extLst>
                    <a:ext uri="{FF2B5EF4-FFF2-40B4-BE49-F238E27FC236}">
                      <a16:creationId xmlns:a16="http://schemas.microsoft.com/office/drawing/2014/main" id="{F57EA4E4-AE47-535E-167C-359A2EF57251}"/>
                    </a:ext>
                  </a:extLst>
                </p14:cNvPr>
                <p14:cNvContentPartPr/>
                <p14:nvPr/>
              </p14:nvContentPartPr>
              <p14:xfrm>
                <a:off x="239889" y="3185470"/>
                <a:ext cx="1780920" cy="2291760"/>
              </p14:xfrm>
            </p:contentPart>
          </mc:Choice>
          <mc:Fallback>
            <p:pic>
              <p:nvPicPr>
                <p:cNvPr id="53" name="Ink 52">
                  <a:extLst>
                    <a:ext uri="{FF2B5EF4-FFF2-40B4-BE49-F238E27FC236}">
                      <a16:creationId xmlns:a16="http://schemas.microsoft.com/office/drawing/2014/main" id="{F57EA4E4-AE47-535E-167C-359A2EF57251}"/>
                    </a:ext>
                  </a:extLst>
                </p:cNvPr>
                <p:cNvPicPr/>
                <p:nvPr/>
              </p:nvPicPr>
              <p:blipFill>
                <a:blip r:embed="rId63"/>
                <a:stretch>
                  <a:fillRect/>
                </a:stretch>
              </p:blipFill>
              <p:spPr>
                <a:xfrm>
                  <a:off x="176889" y="3122470"/>
                  <a:ext cx="1906560" cy="241740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4" name="Ink 53">
                  <a:extLst>
                    <a:ext uri="{FF2B5EF4-FFF2-40B4-BE49-F238E27FC236}">
                      <a16:creationId xmlns:a16="http://schemas.microsoft.com/office/drawing/2014/main" id="{38DA2F78-5AAA-593E-ABD9-F0AEC3803798}"/>
                    </a:ext>
                  </a:extLst>
                </p14:cNvPr>
                <p14:cNvContentPartPr/>
                <p14:nvPr/>
              </p14:nvContentPartPr>
              <p14:xfrm>
                <a:off x="214689" y="3630070"/>
                <a:ext cx="44640" cy="530640"/>
              </p14:xfrm>
            </p:contentPart>
          </mc:Choice>
          <mc:Fallback>
            <p:pic>
              <p:nvPicPr>
                <p:cNvPr id="54" name="Ink 53">
                  <a:extLst>
                    <a:ext uri="{FF2B5EF4-FFF2-40B4-BE49-F238E27FC236}">
                      <a16:creationId xmlns:a16="http://schemas.microsoft.com/office/drawing/2014/main" id="{38DA2F78-5AAA-593E-ABD9-F0AEC3803798}"/>
                    </a:ext>
                  </a:extLst>
                </p:cNvPr>
                <p:cNvPicPr/>
                <p:nvPr/>
              </p:nvPicPr>
              <p:blipFill>
                <a:blip r:embed="rId65"/>
                <a:stretch>
                  <a:fillRect/>
                </a:stretch>
              </p:blipFill>
              <p:spPr>
                <a:xfrm>
                  <a:off x="151689" y="3567070"/>
                  <a:ext cx="170280" cy="6562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55" name="Ink 54">
                  <a:extLst>
                    <a:ext uri="{FF2B5EF4-FFF2-40B4-BE49-F238E27FC236}">
                      <a16:creationId xmlns:a16="http://schemas.microsoft.com/office/drawing/2014/main" id="{C7A0599F-227F-CECA-3718-6020565B6774}"/>
                    </a:ext>
                  </a:extLst>
                </p14:cNvPr>
                <p14:cNvContentPartPr/>
                <p14:nvPr/>
              </p14:nvContentPartPr>
              <p14:xfrm>
                <a:off x="153489" y="3243070"/>
                <a:ext cx="484560" cy="2017080"/>
              </p14:xfrm>
            </p:contentPart>
          </mc:Choice>
          <mc:Fallback>
            <p:pic>
              <p:nvPicPr>
                <p:cNvPr id="55" name="Ink 54">
                  <a:extLst>
                    <a:ext uri="{FF2B5EF4-FFF2-40B4-BE49-F238E27FC236}">
                      <a16:creationId xmlns:a16="http://schemas.microsoft.com/office/drawing/2014/main" id="{C7A0599F-227F-CECA-3718-6020565B6774}"/>
                    </a:ext>
                  </a:extLst>
                </p:cNvPr>
                <p:cNvPicPr/>
                <p:nvPr/>
              </p:nvPicPr>
              <p:blipFill>
                <a:blip r:embed="rId67"/>
                <a:stretch>
                  <a:fillRect/>
                </a:stretch>
              </p:blipFill>
              <p:spPr>
                <a:xfrm>
                  <a:off x="90489" y="3180070"/>
                  <a:ext cx="610200" cy="21427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6" name="Ink 55">
                  <a:extLst>
                    <a:ext uri="{FF2B5EF4-FFF2-40B4-BE49-F238E27FC236}">
                      <a16:creationId xmlns:a16="http://schemas.microsoft.com/office/drawing/2014/main" id="{DF4C1163-C8F6-05DE-0FD2-0E6C0C0ACB8D}"/>
                    </a:ext>
                  </a:extLst>
                </p14:cNvPr>
                <p14:cNvContentPartPr/>
                <p14:nvPr/>
              </p14:nvContentPartPr>
              <p14:xfrm>
                <a:off x="586929" y="3333430"/>
                <a:ext cx="360" cy="7200"/>
              </p14:xfrm>
            </p:contentPart>
          </mc:Choice>
          <mc:Fallback>
            <p:pic>
              <p:nvPicPr>
                <p:cNvPr id="56" name="Ink 55">
                  <a:extLst>
                    <a:ext uri="{FF2B5EF4-FFF2-40B4-BE49-F238E27FC236}">
                      <a16:creationId xmlns:a16="http://schemas.microsoft.com/office/drawing/2014/main" id="{DF4C1163-C8F6-05DE-0FD2-0E6C0C0ACB8D}"/>
                    </a:ext>
                  </a:extLst>
                </p:cNvPr>
                <p:cNvPicPr/>
                <p:nvPr/>
              </p:nvPicPr>
              <p:blipFill>
                <a:blip r:embed="rId5"/>
                <a:stretch>
                  <a:fillRect/>
                </a:stretch>
              </p:blipFill>
              <p:spPr>
                <a:xfrm>
                  <a:off x="524289" y="3270790"/>
                  <a:ext cx="12600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57" name="Ink 56">
                  <a:extLst>
                    <a:ext uri="{FF2B5EF4-FFF2-40B4-BE49-F238E27FC236}">
                      <a16:creationId xmlns:a16="http://schemas.microsoft.com/office/drawing/2014/main" id="{479F11B4-9C5A-943D-5E94-C08B0334C338}"/>
                    </a:ext>
                  </a:extLst>
                </p14:cNvPr>
                <p14:cNvContentPartPr/>
                <p14:nvPr/>
              </p14:nvContentPartPr>
              <p14:xfrm>
                <a:off x="442929" y="3256390"/>
                <a:ext cx="727920" cy="1830600"/>
              </p14:xfrm>
            </p:contentPart>
          </mc:Choice>
          <mc:Fallback>
            <p:pic>
              <p:nvPicPr>
                <p:cNvPr id="57" name="Ink 56">
                  <a:extLst>
                    <a:ext uri="{FF2B5EF4-FFF2-40B4-BE49-F238E27FC236}">
                      <a16:creationId xmlns:a16="http://schemas.microsoft.com/office/drawing/2014/main" id="{479F11B4-9C5A-943D-5E94-C08B0334C338}"/>
                    </a:ext>
                  </a:extLst>
                </p:cNvPr>
                <p:cNvPicPr/>
                <p:nvPr/>
              </p:nvPicPr>
              <p:blipFill>
                <a:blip r:embed="rId70"/>
                <a:stretch>
                  <a:fillRect/>
                </a:stretch>
              </p:blipFill>
              <p:spPr>
                <a:xfrm>
                  <a:off x="379929" y="3193390"/>
                  <a:ext cx="853560" cy="195624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58" name="Ink 57">
                  <a:extLst>
                    <a:ext uri="{FF2B5EF4-FFF2-40B4-BE49-F238E27FC236}">
                      <a16:creationId xmlns:a16="http://schemas.microsoft.com/office/drawing/2014/main" id="{ECDFC106-C0F1-97F9-37ED-C929C49241B5}"/>
                    </a:ext>
                  </a:extLst>
                </p14:cNvPr>
                <p14:cNvContentPartPr/>
                <p14:nvPr/>
              </p14:nvContentPartPr>
              <p14:xfrm>
                <a:off x="214689" y="3749590"/>
                <a:ext cx="175680" cy="1767240"/>
              </p14:xfrm>
            </p:contentPart>
          </mc:Choice>
          <mc:Fallback>
            <p:pic>
              <p:nvPicPr>
                <p:cNvPr id="58" name="Ink 57">
                  <a:extLst>
                    <a:ext uri="{FF2B5EF4-FFF2-40B4-BE49-F238E27FC236}">
                      <a16:creationId xmlns:a16="http://schemas.microsoft.com/office/drawing/2014/main" id="{ECDFC106-C0F1-97F9-37ED-C929C49241B5}"/>
                    </a:ext>
                  </a:extLst>
                </p:cNvPr>
                <p:cNvPicPr/>
                <p:nvPr/>
              </p:nvPicPr>
              <p:blipFill>
                <a:blip r:embed="rId72"/>
                <a:stretch>
                  <a:fillRect/>
                </a:stretch>
              </p:blipFill>
              <p:spPr>
                <a:xfrm>
                  <a:off x="151689" y="3686590"/>
                  <a:ext cx="301320" cy="18928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59" name="Ink 58">
                  <a:extLst>
                    <a:ext uri="{FF2B5EF4-FFF2-40B4-BE49-F238E27FC236}">
                      <a16:creationId xmlns:a16="http://schemas.microsoft.com/office/drawing/2014/main" id="{835497B1-720C-11B1-BBFB-66B8ACF6A0AB}"/>
                    </a:ext>
                  </a:extLst>
                </p14:cNvPr>
                <p14:cNvContentPartPr/>
                <p14:nvPr/>
              </p14:nvContentPartPr>
              <p14:xfrm>
                <a:off x="532929" y="5242510"/>
                <a:ext cx="45360" cy="13680"/>
              </p14:xfrm>
            </p:contentPart>
          </mc:Choice>
          <mc:Fallback>
            <p:pic>
              <p:nvPicPr>
                <p:cNvPr id="59" name="Ink 58">
                  <a:extLst>
                    <a:ext uri="{FF2B5EF4-FFF2-40B4-BE49-F238E27FC236}">
                      <a16:creationId xmlns:a16="http://schemas.microsoft.com/office/drawing/2014/main" id="{835497B1-720C-11B1-BBFB-66B8ACF6A0AB}"/>
                    </a:ext>
                  </a:extLst>
                </p:cNvPr>
                <p:cNvPicPr/>
                <p:nvPr/>
              </p:nvPicPr>
              <p:blipFill>
                <a:blip r:embed="rId74"/>
                <a:stretch>
                  <a:fillRect/>
                </a:stretch>
              </p:blipFill>
              <p:spPr>
                <a:xfrm>
                  <a:off x="469929" y="5179510"/>
                  <a:ext cx="17100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60" name="Ink 59">
                  <a:extLst>
                    <a:ext uri="{FF2B5EF4-FFF2-40B4-BE49-F238E27FC236}">
                      <a16:creationId xmlns:a16="http://schemas.microsoft.com/office/drawing/2014/main" id="{BA80347C-7C8D-56DD-3AF8-2D082455F054}"/>
                    </a:ext>
                  </a:extLst>
                </p14:cNvPr>
                <p14:cNvContentPartPr/>
                <p14:nvPr/>
              </p14:nvContentPartPr>
              <p14:xfrm>
                <a:off x="949089" y="5296150"/>
                <a:ext cx="1079640" cy="80640"/>
              </p14:xfrm>
            </p:contentPart>
          </mc:Choice>
          <mc:Fallback>
            <p:pic>
              <p:nvPicPr>
                <p:cNvPr id="60" name="Ink 59">
                  <a:extLst>
                    <a:ext uri="{FF2B5EF4-FFF2-40B4-BE49-F238E27FC236}">
                      <a16:creationId xmlns:a16="http://schemas.microsoft.com/office/drawing/2014/main" id="{BA80347C-7C8D-56DD-3AF8-2D082455F054}"/>
                    </a:ext>
                  </a:extLst>
                </p:cNvPr>
                <p:cNvPicPr/>
                <p:nvPr/>
              </p:nvPicPr>
              <p:blipFill>
                <a:blip r:embed="rId76"/>
                <a:stretch>
                  <a:fillRect/>
                </a:stretch>
              </p:blipFill>
              <p:spPr>
                <a:xfrm>
                  <a:off x="886089" y="5233510"/>
                  <a:ext cx="120528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61" name="Ink 60">
                  <a:extLst>
                    <a:ext uri="{FF2B5EF4-FFF2-40B4-BE49-F238E27FC236}">
                      <a16:creationId xmlns:a16="http://schemas.microsoft.com/office/drawing/2014/main" id="{6AFB8449-3E58-BDC4-DD00-833DCDD204B6}"/>
                    </a:ext>
                  </a:extLst>
                </p14:cNvPr>
                <p14:cNvContentPartPr/>
                <p14:nvPr/>
              </p14:nvContentPartPr>
              <p14:xfrm>
                <a:off x="456249" y="5390470"/>
                <a:ext cx="1347120" cy="45000"/>
              </p14:xfrm>
            </p:contentPart>
          </mc:Choice>
          <mc:Fallback>
            <p:pic>
              <p:nvPicPr>
                <p:cNvPr id="61" name="Ink 60">
                  <a:extLst>
                    <a:ext uri="{FF2B5EF4-FFF2-40B4-BE49-F238E27FC236}">
                      <a16:creationId xmlns:a16="http://schemas.microsoft.com/office/drawing/2014/main" id="{6AFB8449-3E58-BDC4-DD00-833DCDD204B6}"/>
                    </a:ext>
                  </a:extLst>
                </p:cNvPr>
                <p:cNvPicPr/>
                <p:nvPr/>
              </p:nvPicPr>
              <p:blipFill>
                <a:blip r:embed="rId78"/>
                <a:stretch>
                  <a:fillRect/>
                </a:stretch>
              </p:blipFill>
              <p:spPr>
                <a:xfrm>
                  <a:off x="393249" y="5327470"/>
                  <a:ext cx="147276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62" name="Ink 61">
                  <a:extLst>
                    <a:ext uri="{FF2B5EF4-FFF2-40B4-BE49-F238E27FC236}">
                      <a16:creationId xmlns:a16="http://schemas.microsoft.com/office/drawing/2014/main" id="{81423B88-8F26-03CD-FF15-3D450E3DFCE2}"/>
                    </a:ext>
                  </a:extLst>
                </p14:cNvPr>
                <p14:cNvContentPartPr/>
                <p14:nvPr/>
              </p14:nvContentPartPr>
              <p14:xfrm>
                <a:off x="408369" y="5380750"/>
                <a:ext cx="1534320" cy="210240"/>
              </p14:xfrm>
            </p:contentPart>
          </mc:Choice>
          <mc:Fallback>
            <p:pic>
              <p:nvPicPr>
                <p:cNvPr id="62" name="Ink 61">
                  <a:extLst>
                    <a:ext uri="{FF2B5EF4-FFF2-40B4-BE49-F238E27FC236}">
                      <a16:creationId xmlns:a16="http://schemas.microsoft.com/office/drawing/2014/main" id="{81423B88-8F26-03CD-FF15-3D450E3DFCE2}"/>
                    </a:ext>
                  </a:extLst>
                </p:cNvPr>
                <p:cNvPicPr/>
                <p:nvPr/>
              </p:nvPicPr>
              <p:blipFill>
                <a:blip r:embed="rId80"/>
                <a:stretch>
                  <a:fillRect/>
                </a:stretch>
              </p:blipFill>
              <p:spPr>
                <a:xfrm>
                  <a:off x="345729" y="5318110"/>
                  <a:ext cx="1659960" cy="33588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64" name="Ink 63">
                  <a:extLst>
                    <a:ext uri="{FF2B5EF4-FFF2-40B4-BE49-F238E27FC236}">
                      <a16:creationId xmlns:a16="http://schemas.microsoft.com/office/drawing/2014/main" id="{0E420918-8BBF-8CBA-9103-A72A0C55A85F}"/>
                    </a:ext>
                  </a:extLst>
                </p14:cNvPr>
                <p14:cNvContentPartPr/>
                <p14:nvPr/>
              </p14:nvContentPartPr>
              <p14:xfrm>
                <a:off x="82209" y="3598390"/>
                <a:ext cx="1643040" cy="1916280"/>
              </p14:xfrm>
            </p:contentPart>
          </mc:Choice>
          <mc:Fallback>
            <p:pic>
              <p:nvPicPr>
                <p:cNvPr id="64" name="Ink 63">
                  <a:extLst>
                    <a:ext uri="{FF2B5EF4-FFF2-40B4-BE49-F238E27FC236}">
                      <a16:creationId xmlns:a16="http://schemas.microsoft.com/office/drawing/2014/main" id="{0E420918-8BBF-8CBA-9103-A72A0C55A85F}"/>
                    </a:ext>
                  </a:extLst>
                </p:cNvPr>
                <p:cNvPicPr/>
                <p:nvPr/>
              </p:nvPicPr>
              <p:blipFill>
                <a:blip r:embed="rId82"/>
                <a:stretch>
                  <a:fillRect/>
                </a:stretch>
              </p:blipFill>
              <p:spPr>
                <a:xfrm>
                  <a:off x="19209" y="3535750"/>
                  <a:ext cx="1768680" cy="204192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65" name="Ink 64">
                  <a:extLst>
                    <a:ext uri="{FF2B5EF4-FFF2-40B4-BE49-F238E27FC236}">
                      <a16:creationId xmlns:a16="http://schemas.microsoft.com/office/drawing/2014/main" id="{92CC448F-5CC9-552D-FC9A-527E1D4136D5}"/>
                    </a:ext>
                  </a:extLst>
                </p14:cNvPr>
                <p14:cNvContentPartPr/>
                <p14:nvPr/>
              </p14:nvContentPartPr>
              <p14:xfrm>
                <a:off x="135489" y="3649510"/>
                <a:ext cx="1874160" cy="1859040"/>
              </p14:xfrm>
            </p:contentPart>
          </mc:Choice>
          <mc:Fallback>
            <p:pic>
              <p:nvPicPr>
                <p:cNvPr id="65" name="Ink 64">
                  <a:extLst>
                    <a:ext uri="{FF2B5EF4-FFF2-40B4-BE49-F238E27FC236}">
                      <a16:creationId xmlns:a16="http://schemas.microsoft.com/office/drawing/2014/main" id="{92CC448F-5CC9-552D-FC9A-527E1D4136D5}"/>
                    </a:ext>
                  </a:extLst>
                </p:cNvPr>
                <p:cNvPicPr/>
                <p:nvPr/>
              </p:nvPicPr>
              <p:blipFill>
                <a:blip r:embed="rId84"/>
                <a:stretch>
                  <a:fillRect/>
                </a:stretch>
              </p:blipFill>
              <p:spPr>
                <a:xfrm>
                  <a:off x="72849" y="3586870"/>
                  <a:ext cx="1999800" cy="1984680"/>
                </a:xfrm>
                <a:prstGeom prst="rect">
                  <a:avLst/>
                </a:prstGeom>
              </p:spPr>
            </p:pic>
          </mc:Fallback>
        </mc:AlternateContent>
      </p:grpSp>
      <p:pic>
        <p:nvPicPr>
          <p:cNvPr id="71" name="Content Placeholder 70">
            <a:extLst>
              <a:ext uri="{FF2B5EF4-FFF2-40B4-BE49-F238E27FC236}">
                <a16:creationId xmlns:a16="http://schemas.microsoft.com/office/drawing/2014/main" id="{86C98F38-6C6C-1EB3-4C92-5FC3546885EC}"/>
              </a:ext>
            </a:extLst>
          </p:cNvPr>
          <p:cNvPicPr>
            <a:picLocks noGrp="1" noChangeAspect="1"/>
          </p:cNvPicPr>
          <p:nvPr>
            <p:ph idx="1"/>
          </p:nvPr>
        </p:nvPicPr>
        <p:blipFill>
          <a:blip r:embed="rId85"/>
          <a:stretch>
            <a:fillRect/>
          </a:stretch>
        </p:blipFill>
        <p:spPr>
          <a:xfrm>
            <a:off x="72052" y="205483"/>
            <a:ext cx="11984459" cy="5753527"/>
          </a:xfrm>
          <a:prstGeom prst="rect">
            <a:avLst/>
          </a:prstGeom>
        </p:spPr>
      </p:pic>
    </p:spTree>
    <p:extLst>
      <p:ext uri="{BB962C8B-B14F-4D97-AF65-F5344CB8AC3E}">
        <p14:creationId xmlns:p14="http://schemas.microsoft.com/office/powerpoint/2010/main" val="2582997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65CF5-4F19-CEB9-C264-5631A204C50C}"/>
              </a:ext>
            </a:extLst>
          </p:cNvPr>
          <p:cNvSpPr>
            <a:spLocks noGrp="1"/>
          </p:cNvSpPr>
          <p:nvPr>
            <p:ph type="title"/>
          </p:nvPr>
        </p:nvSpPr>
        <p:spPr/>
        <p:txBody>
          <a:bodyPr/>
          <a:lstStyle/>
          <a:p>
            <a:r>
              <a:rPr lang="en-IN" dirty="0"/>
              <a:t>FUTURE ENHANCEMENTS</a:t>
            </a:r>
          </a:p>
        </p:txBody>
      </p:sp>
      <p:sp>
        <p:nvSpPr>
          <p:cNvPr id="3" name="TextBox 2">
            <a:extLst>
              <a:ext uri="{FF2B5EF4-FFF2-40B4-BE49-F238E27FC236}">
                <a16:creationId xmlns:a16="http://schemas.microsoft.com/office/drawing/2014/main" id="{4A64C27E-3590-577B-F84A-AC495DA265E3}"/>
              </a:ext>
            </a:extLst>
          </p:cNvPr>
          <p:cNvSpPr txBox="1"/>
          <p:nvPr/>
        </p:nvSpPr>
        <p:spPr>
          <a:xfrm>
            <a:off x="577517" y="1124717"/>
            <a:ext cx="8566484" cy="2585323"/>
          </a:xfrm>
          <a:prstGeom prst="rect">
            <a:avLst/>
          </a:prstGeom>
          <a:noFill/>
        </p:spPr>
        <p:txBody>
          <a:bodyPr wrap="square" rtlCol="0">
            <a:spAutoFit/>
          </a:bodyPr>
          <a:lstStyle/>
          <a:p>
            <a:pPr marL="457200" lvl="0" indent="-330200" algn="l" rtl="0">
              <a:spcBef>
                <a:spcPts val="0"/>
              </a:spcBef>
              <a:spcAft>
                <a:spcPts val="0"/>
              </a:spcAft>
              <a:buSzPts val="1600"/>
              <a:buFont typeface="Arial" panose="020B0604020202020204" pitchFamily="34" charset="0"/>
              <a:buChar char="•"/>
            </a:pPr>
            <a:r>
              <a:rPr lang="en-US" sz="2400" dirty="0"/>
              <a:t>Add further collections so doctors can pull lists of allergies, diseases, and providers a part from the patient records</a:t>
            </a:r>
          </a:p>
          <a:p>
            <a:pPr marL="457200" lvl="0" indent="-330200" algn="l" rtl="0">
              <a:spcBef>
                <a:spcPts val="0"/>
              </a:spcBef>
              <a:spcAft>
                <a:spcPts val="0"/>
              </a:spcAft>
              <a:buSzPts val="1600"/>
              <a:buFont typeface="Arial" panose="020B0604020202020204" pitchFamily="34" charset="0"/>
              <a:buChar char="•"/>
            </a:pPr>
            <a:r>
              <a:rPr lang="en-US" sz="2400" dirty="0"/>
              <a:t>Add Front End validations</a:t>
            </a:r>
          </a:p>
          <a:p>
            <a:pPr marL="457200" lvl="0" indent="-330200" algn="l" rtl="0">
              <a:spcBef>
                <a:spcPts val="0"/>
              </a:spcBef>
              <a:spcAft>
                <a:spcPts val="0"/>
              </a:spcAft>
              <a:buSzPts val="1600"/>
              <a:buFont typeface="Arial" panose="020B0604020202020204" pitchFamily="34" charset="0"/>
              <a:buChar char="•"/>
            </a:pPr>
            <a:r>
              <a:rPr lang="en-US" sz="2400" dirty="0"/>
              <a:t>Add further ETL scripts to transform data from multiple provider sources</a:t>
            </a:r>
          </a:p>
          <a:p>
            <a:pPr marL="457200" lvl="0" indent="-330200" algn="l" rtl="0">
              <a:spcBef>
                <a:spcPts val="0"/>
              </a:spcBef>
              <a:spcAft>
                <a:spcPts val="0"/>
              </a:spcAft>
              <a:buSzPts val="1600"/>
              <a:buFont typeface="Arial" panose="020B0604020202020204" pitchFamily="34" charset="0"/>
              <a:buChar char="•"/>
            </a:pPr>
            <a:r>
              <a:rPr lang="en-US" sz="2400" dirty="0"/>
              <a:t>Create a secure API for researchers to use</a:t>
            </a:r>
          </a:p>
          <a:p>
            <a:endParaRPr lang="en-IN" dirty="0"/>
          </a:p>
        </p:txBody>
      </p:sp>
      <p:pic>
        <p:nvPicPr>
          <p:cNvPr id="5" name="Graphic 4" descr="Bar graph with upward trend">
            <a:extLst>
              <a:ext uri="{FF2B5EF4-FFF2-40B4-BE49-F238E27FC236}">
                <a16:creationId xmlns:a16="http://schemas.microsoft.com/office/drawing/2014/main" id="{217EBC07-DD0B-DDBD-41C1-CBE7278859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55888" y="3710040"/>
            <a:ext cx="2087366" cy="1796908"/>
          </a:xfrm>
          <a:prstGeom prst="rect">
            <a:avLst/>
          </a:prstGeom>
        </p:spPr>
      </p:pic>
    </p:spTree>
    <p:extLst>
      <p:ext uri="{BB962C8B-B14F-4D97-AF65-F5344CB8AC3E}">
        <p14:creationId xmlns:p14="http://schemas.microsoft.com/office/powerpoint/2010/main" val="2956470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4FC2A-1422-B30F-81AF-258B69703767}"/>
              </a:ext>
            </a:extLst>
          </p:cNvPr>
          <p:cNvSpPr>
            <a:spLocks noGrp="1"/>
          </p:cNvSpPr>
          <p:nvPr>
            <p:ph type="title"/>
          </p:nvPr>
        </p:nvSpPr>
        <p:spPr>
          <a:xfrm>
            <a:off x="3400926" y="1836046"/>
            <a:ext cx="4299285" cy="1046815"/>
          </a:xfrm>
        </p:spPr>
        <p:txBody>
          <a:bodyPr>
            <a:noAutofit/>
          </a:bodyPr>
          <a:lstStyle/>
          <a:p>
            <a:r>
              <a:rPr lang="en-IN" sz="4800" dirty="0">
                <a:solidFill>
                  <a:srgbClr val="FF0000"/>
                </a:solidFill>
              </a:rPr>
              <a:t>THANK YOU</a:t>
            </a:r>
          </a:p>
        </p:txBody>
      </p:sp>
      <p:sp>
        <p:nvSpPr>
          <p:cNvPr id="3" name="TextBox 2">
            <a:extLst>
              <a:ext uri="{FF2B5EF4-FFF2-40B4-BE49-F238E27FC236}">
                <a16:creationId xmlns:a16="http://schemas.microsoft.com/office/drawing/2014/main" id="{C49C1BAA-1E80-FCDE-F065-7604869A0505}"/>
              </a:ext>
            </a:extLst>
          </p:cNvPr>
          <p:cNvSpPr txBox="1"/>
          <p:nvPr/>
        </p:nvSpPr>
        <p:spPr>
          <a:xfrm>
            <a:off x="3224462" y="3429000"/>
            <a:ext cx="4299285" cy="830997"/>
          </a:xfrm>
          <a:prstGeom prst="rect">
            <a:avLst/>
          </a:prstGeom>
          <a:noFill/>
        </p:spPr>
        <p:txBody>
          <a:bodyPr wrap="square" rtlCol="0">
            <a:spAutoFit/>
          </a:bodyPr>
          <a:lstStyle/>
          <a:p>
            <a:r>
              <a:rPr lang="en-IN" sz="4800" dirty="0">
                <a:solidFill>
                  <a:srgbClr val="FF0000"/>
                </a:solidFill>
              </a:rPr>
              <a:t>QUESTIONS?</a:t>
            </a:r>
          </a:p>
        </p:txBody>
      </p:sp>
    </p:spTree>
    <p:extLst>
      <p:ext uri="{BB962C8B-B14F-4D97-AF65-F5344CB8AC3E}">
        <p14:creationId xmlns:p14="http://schemas.microsoft.com/office/powerpoint/2010/main" val="3551921254"/>
      </p:ext>
    </p:extLst>
  </p:cSld>
  <p:clrMapOvr>
    <a:masterClrMapping/>
  </p:clrMapOvr>
</p:sld>
</file>

<file path=ppt/theme/theme1.xml><?xml version="1.0" encoding="utf-8"?>
<a:theme xmlns:a="http://schemas.openxmlformats.org/drawingml/2006/main" name="Тема Offic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eorgia">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331</TotalTime>
  <Words>307</Words>
  <Application>Microsoft Office PowerPoint</Application>
  <PresentationFormat>Widescreen</PresentationFormat>
  <Paragraphs>29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Georgia</vt:lpstr>
      <vt:lpstr>Тема Office</vt:lpstr>
      <vt:lpstr>Universal healthcare      database</vt:lpstr>
      <vt:lpstr>INTRODUCTION</vt:lpstr>
      <vt:lpstr>PROBLEM STATEMENT</vt:lpstr>
      <vt:lpstr>Tools used:</vt:lpstr>
      <vt:lpstr>PowerPoint Presentation</vt:lpstr>
      <vt:lpstr>PowerPoint Presentation</vt:lpstr>
      <vt:lpstr>DATA MODEL</vt:lpstr>
      <vt:lpstr>FUTURE ENHANCEMENTS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sai bhaskar</dc:creator>
  <cp:lastModifiedBy>sai bhaskar</cp:lastModifiedBy>
  <cp:revision>3</cp:revision>
  <dcterms:created xsi:type="dcterms:W3CDTF">2024-08-09T08:10:41Z</dcterms:created>
  <dcterms:modified xsi:type="dcterms:W3CDTF">2024-08-10T08:06:57Z</dcterms:modified>
</cp:coreProperties>
</file>